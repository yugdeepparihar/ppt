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8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756" r:id="rId5"/>
  </p:sldMasterIdLst>
  <p:notesMasterIdLst>
    <p:notesMasterId r:id="rId16"/>
  </p:notesMasterIdLst>
  <p:handoutMasterIdLst>
    <p:handoutMasterId r:id="rId17"/>
  </p:handoutMasterIdLst>
  <p:sldIdLst>
    <p:sldId id="2147471335" r:id="rId6"/>
    <p:sldId id="2147472922" r:id="rId7"/>
    <p:sldId id="2147472912" r:id="rId8"/>
    <p:sldId id="2147472913" r:id="rId9"/>
    <p:sldId id="2147472914" r:id="rId10"/>
    <p:sldId id="2147472920" r:id="rId11"/>
    <p:sldId id="256" r:id="rId12"/>
    <p:sldId id="2147472918" r:id="rId13"/>
    <p:sldId id="2147472919" r:id="rId14"/>
    <p:sldId id="2147472909" r:id="rId15"/>
  </p:sldIdLst>
  <p:sldSz cx="12192000" cy="6858000"/>
  <p:notesSz cx="6858000" cy="9144000"/>
  <p:custDataLst>
    <p:tags r:id="rId1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F7F193D-5FAA-4A5D-A355-0C084A84C2A3}">
          <p14:sldIdLst>
            <p14:sldId id="2147471335"/>
            <p14:sldId id="2147472922"/>
            <p14:sldId id="2147472912"/>
            <p14:sldId id="2147472913"/>
            <p14:sldId id="2147472914"/>
            <p14:sldId id="2147472920"/>
            <p14:sldId id="256"/>
            <p14:sldId id="2147472918"/>
            <p14:sldId id="2147472919"/>
            <p14:sldId id="214747290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1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6082"/>
    <a:srgbClr val="FFDD71"/>
    <a:srgbClr val="0F9ED5"/>
    <a:srgbClr val="FFCE33"/>
    <a:srgbClr val="FF9900"/>
    <a:srgbClr val="DDE781"/>
    <a:srgbClr val="095F81"/>
    <a:srgbClr val="095F80"/>
    <a:srgbClr val="D16B00"/>
    <a:srgbClr val="9191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30E259-2D0F-4500-A4EC-7EB35551B8BA}" v="64" dt="2026-09-25T11:20:38.9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ags" Target="tags/tag1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handoutMaster" Target="handoutMasters/handoutMaster1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rma, Muskan" userId="82c1c4c1-33c4-49a4-bdeb-3712c937d8f6" providerId="ADAL" clId="{CC8E9BA2-7FA1-439D-8350-77FE4CB1C657}"/>
    <pc:docChg chg="undo custSel addSld delSld modSld sldOrd modSection">
      <pc:chgData name="Sharma, Muskan" userId="82c1c4c1-33c4-49a4-bdeb-3712c937d8f6" providerId="ADAL" clId="{CC8E9BA2-7FA1-439D-8350-77FE4CB1C657}" dt="2026-09-25T11:20:38.967" v="588" actId="207"/>
      <pc:docMkLst>
        <pc:docMk/>
      </pc:docMkLst>
      <pc:sldChg chg="modSp mod">
        <pc:chgData name="Sharma, Muskan" userId="82c1c4c1-33c4-49a4-bdeb-3712c937d8f6" providerId="ADAL" clId="{CC8E9BA2-7FA1-439D-8350-77FE4CB1C657}" dt="2026-09-25T10:06:56.180" v="30" actId="20577"/>
        <pc:sldMkLst>
          <pc:docMk/>
          <pc:sldMk cId="4072954989" sldId="2147471335"/>
        </pc:sldMkLst>
        <pc:spChg chg="mod">
          <ac:chgData name="Sharma, Muskan" userId="82c1c4c1-33c4-49a4-bdeb-3712c937d8f6" providerId="ADAL" clId="{CC8E9BA2-7FA1-439D-8350-77FE4CB1C657}" dt="2026-09-25T10:06:56.180" v="30" actId="20577"/>
          <ac:spMkLst>
            <pc:docMk/>
            <pc:sldMk cId="4072954989" sldId="2147471335"/>
            <ac:spMk id="4" creationId="{B516C6C2-5732-0A24-605D-634ED76C9643}"/>
          </ac:spMkLst>
        </pc:spChg>
      </pc:sldChg>
      <pc:sldChg chg="modSp mod">
        <pc:chgData name="Sharma, Muskan" userId="82c1c4c1-33c4-49a4-bdeb-3712c937d8f6" providerId="ADAL" clId="{CC8E9BA2-7FA1-439D-8350-77FE4CB1C657}" dt="2026-09-25T10:11:08.394" v="336" actId="20577"/>
        <pc:sldMkLst>
          <pc:docMk/>
          <pc:sldMk cId="3094548260" sldId="2147472912"/>
        </pc:sldMkLst>
        <pc:spChg chg="mod">
          <ac:chgData name="Sharma, Muskan" userId="82c1c4c1-33c4-49a4-bdeb-3712c937d8f6" providerId="ADAL" clId="{CC8E9BA2-7FA1-439D-8350-77FE4CB1C657}" dt="2026-09-25T10:11:08.394" v="336" actId="20577"/>
          <ac:spMkLst>
            <pc:docMk/>
            <pc:sldMk cId="3094548260" sldId="2147472912"/>
            <ac:spMk id="2" creationId="{A39DD863-F68E-D323-7FE6-D7C1B27AF183}"/>
          </ac:spMkLst>
        </pc:spChg>
      </pc:sldChg>
      <pc:sldChg chg="del mod modShow">
        <pc:chgData name="Sharma, Muskan" userId="82c1c4c1-33c4-49a4-bdeb-3712c937d8f6" providerId="ADAL" clId="{CC8E9BA2-7FA1-439D-8350-77FE4CB1C657}" dt="2026-09-25T10:16:08.759" v="338" actId="2696"/>
        <pc:sldMkLst>
          <pc:docMk/>
          <pc:sldMk cId="3254140334" sldId="2147472921"/>
        </pc:sldMkLst>
      </pc:sldChg>
      <pc:sldChg chg="addSp delSp modSp new mod ord">
        <pc:chgData name="Sharma, Muskan" userId="82c1c4c1-33c4-49a4-bdeb-3712c937d8f6" providerId="ADAL" clId="{CC8E9BA2-7FA1-439D-8350-77FE4CB1C657}" dt="2026-09-25T11:20:38.967" v="588" actId="207"/>
        <pc:sldMkLst>
          <pc:docMk/>
          <pc:sldMk cId="2902425573" sldId="2147472922"/>
        </pc:sldMkLst>
        <pc:spChg chg="mod">
          <ac:chgData name="Sharma, Muskan" userId="82c1c4c1-33c4-49a4-bdeb-3712c937d8f6" providerId="ADAL" clId="{CC8E9BA2-7FA1-439D-8350-77FE4CB1C657}" dt="2026-09-25T10:16:31.213" v="340" actId="20577"/>
          <ac:spMkLst>
            <pc:docMk/>
            <pc:sldMk cId="2902425573" sldId="2147472922"/>
            <ac:spMk id="2" creationId="{A07A566B-D055-71BF-9C54-9F7C40C3BC6B}"/>
          </ac:spMkLst>
        </pc:spChg>
        <pc:spChg chg="add del mod">
          <ac:chgData name="Sharma, Muskan" userId="82c1c4c1-33c4-49a4-bdeb-3712c937d8f6" providerId="ADAL" clId="{CC8E9BA2-7FA1-439D-8350-77FE4CB1C657}" dt="2026-09-25T10:53:57.186" v="343"/>
          <ac:spMkLst>
            <pc:docMk/>
            <pc:sldMk cId="2902425573" sldId="2147472922"/>
            <ac:spMk id="3" creationId="{83292D55-E314-ED10-C8AE-FA16B85D4579}"/>
          </ac:spMkLst>
        </pc:spChg>
        <pc:graphicFrameChg chg="add del modGraphic">
          <ac:chgData name="Sharma, Muskan" userId="82c1c4c1-33c4-49a4-bdeb-3712c937d8f6" providerId="ADAL" clId="{CC8E9BA2-7FA1-439D-8350-77FE4CB1C657}" dt="2026-09-25T10:54:32.314" v="345" actId="1032"/>
          <ac:graphicFrameMkLst>
            <pc:docMk/>
            <pc:sldMk cId="2902425573" sldId="2147472922"/>
            <ac:graphicFrameMk id="4" creationId="{EF46A060-DD3E-1895-1219-2C50C4586B42}"/>
          </ac:graphicFrameMkLst>
        </pc:graphicFrameChg>
        <pc:graphicFrameChg chg="add mod modGraphic">
          <ac:chgData name="Sharma, Muskan" userId="82c1c4c1-33c4-49a4-bdeb-3712c937d8f6" providerId="ADAL" clId="{CC8E9BA2-7FA1-439D-8350-77FE4CB1C657}" dt="2026-09-25T11:20:38.967" v="588" actId="207"/>
          <ac:graphicFrameMkLst>
            <pc:docMk/>
            <pc:sldMk cId="2902425573" sldId="2147472922"/>
            <ac:graphicFrameMk id="5" creationId="{1B72096B-7BF5-29AE-4E53-C11A38274E1F}"/>
          </ac:graphicFrameMkLst>
        </pc:graphicFrameChg>
      </pc:sldChg>
    </pc:docChg>
  </pc:docChgLst>
</pc:chgInfo>
</file>

<file path=ppt/diagrams/_rels/data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diagrams/_rels/drawing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#4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#5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#6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#7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#8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#9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#10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#1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#1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#1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5EED311-594E-43D3-9985-9FC078174C40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5A38C85-B7E0-4116-BC0E-EAF542714720}">
      <dgm:prSet phldrT="[Text]" custT="1"/>
      <dgm:spPr>
        <a:solidFill>
          <a:schemeClr val="accent1">
            <a:lumMod val="50000"/>
          </a:schemeClr>
        </a:solidFill>
      </dgm:spPr>
      <dgm:t>
        <a:bodyPr/>
        <a:lstStyle/>
        <a:p>
          <a:pPr>
            <a:buNone/>
          </a:pPr>
          <a:endParaRPr lang="en-US" sz="1800" b="0" i="0" dirty="0"/>
        </a:p>
        <a:p>
          <a:pPr>
            <a:buNone/>
          </a:pPr>
          <a:br>
            <a:rPr lang="en-US" sz="1800" b="0" i="0" dirty="0"/>
          </a:br>
          <a:r>
            <a:rPr lang="en-US" sz="1800" b="0" i="0" dirty="0"/>
            <a:t>👨‍💻 Developers: </a:t>
          </a:r>
        </a:p>
        <a:p>
          <a:pPr>
            <a:buNone/>
          </a:pPr>
          <a:r>
            <a:rPr lang="en-US" sz="1800" b="0" i="0" dirty="0"/>
            <a:t>Yugdeep Parihar  &amp; </a:t>
          </a:r>
          <a:br>
            <a:rPr lang="en-US" sz="1800" b="0" i="0" dirty="0"/>
          </a:br>
          <a:r>
            <a:rPr lang="en-US" sz="1800" b="0" i="0" dirty="0"/>
            <a:t>Muskan Sharma</a:t>
          </a:r>
        </a:p>
        <a:p>
          <a:pPr>
            <a:buNone/>
          </a:pPr>
          <a:endParaRPr lang="en-US" sz="1400" dirty="0"/>
        </a:p>
        <a:p>
          <a:pPr>
            <a:buNone/>
          </a:pPr>
          <a:endParaRPr lang="en-US" sz="1400" dirty="0"/>
        </a:p>
      </dgm:t>
    </dgm:pt>
    <dgm:pt modelId="{49667DE7-BECE-42EC-BFC2-DA5DE851AD2C}" type="parTrans" cxnId="{38FECFE0-C948-4C44-9998-882E02096C19}">
      <dgm:prSet/>
      <dgm:spPr/>
      <dgm:t>
        <a:bodyPr/>
        <a:lstStyle/>
        <a:p>
          <a:endParaRPr lang="en-US"/>
        </a:p>
      </dgm:t>
    </dgm:pt>
    <dgm:pt modelId="{BE194764-A24E-4BD6-8D86-CC262293CEA6}" type="sibTrans" cxnId="{38FECFE0-C948-4C44-9998-882E02096C19}">
      <dgm:prSet/>
      <dgm:spPr/>
      <dgm:t>
        <a:bodyPr/>
        <a:lstStyle/>
        <a:p>
          <a:endParaRPr lang="en-US"/>
        </a:p>
      </dgm:t>
    </dgm:pt>
    <dgm:pt modelId="{3A74FB78-0F1E-4888-B84B-FA4BE48D6BB4}">
      <dgm:prSet phldrT="[Text]" custT="1"/>
      <dgm:spPr>
        <a:solidFill>
          <a:schemeClr val="accent4">
            <a:lumMod val="20000"/>
            <a:lumOff val="80000"/>
            <a:alpha val="90000"/>
          </a:schemeClr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b="0" i="0" dirty="0"/>
            <a:t>Designed and developed the PTA Automation Tool from concept to deployment.</a:t>
          </a:r>
          <a:endParaRPr lang="en-US" sz="1400" dirty="0"/>
        </a:p>
      </dgm:t>
    </dgm:pt>
    <dgm:pt modelId="{37E38422-179B-4240-84FE-876A2C48D96C}" type="parTrans" cxnId="{C485CBFB-35C4-46A5-8394-186430D629A2}">
      <dgm:prSet/>
      <dgm:spPr/>
      <dgm:t>
        <a:bodyPr/>
        <a:lstStyle/>
        <a:p>
          <a:endParaRPr lang="en-US"/>
        </a:p>
      </dgm:t>
    </dgm:pt>
    <dgm:pt modelId="{A9BCCDF2-E5D4-4371-947F-FB1B514B9E6E}" type="sibTrans" cxnId="{C485CBFB-35C4-46A5-8394-186430D629A2}">
      <dgm:prSet/>
      <dgm:spPr/>
      <dgm:t>
        <a:bodyPr/>
        <a:lstStyle/>
        <a:p>
          <a:endParaRPr lang="en-US"/>
        </a:p>
      </dgm:t>
    </dgm:pt>
    <dgm:pt modelId="{1ED11FD5-3635-4FE3-A4EA-47DD84C5FA7B}">
      <dgm:prSet phldrT="[Text]" custT="1"/>
      <dgm:spPr>
        <a:solidFill>
          <a:schemeClr val="accent1">
            <a:lumMod val="50000"/>
          </a:schemeClr>
        </a:solidFill>
      </dgm:spPr>
      <dgm:t>
        <a:bodyPr/>
        <a:lstStyle/>
        <a:p>
          <a:pPr>
            <a:buNone/>
          </a:pPr>
          <a:endParaRPr lang="en-US" sz="1800" b="0" i="0" dirty="0"/>
        </a:p>
        <a:p>
          <a:pPr>
            <a:buNone/>
          </a:pPr>
          <a:br>
            <a:rPr lang="en-US" sz="1800" b="0" i="0" dirty="0"/>
          </a:br>
          <a:r>
            <a:rPr lang="en-US" sz="1800" b="0" i="0" dirty="0"/>
            <a:t>📋 SMEs: </a:t>
          </a:r>
        </a:p>
        <a:p>
          <a:pPr>
            <a:buNone/>
          </a:pPr>
          <a:r>
            <a:rPr lang="en-US" sz="1800" b="0" i="0" dirty="0"/>
            <a:t>Gautam Aggarwal &amp; </a:t>
          </a:r>
          <a:br>
            <a:rPr lang="en-US" sz="1800" b="0" i="0" dirty="0"/>
          </a:br>
          <a:r>
            <a:rPr lang="en-US" sz="1800" b="0" i="0" dirty="0"/>
            <a:t>Vitesh Kachalia</a:t>
          </a:r>
        </a:p>
        <a:p>
          <a:pPr>
            <a:buNone/>
          </a:pPr>
          <a:endParaRPr lang="en-US" sz="1300" dirty="0"/>
        </a:p>
        <a:p>
          <a:pPr>
            <a:buNone/>
          </a:pPr>
          <a:endParaRPr lang="en-US" sz="1300" dirty="0"/>
        </a:p>
      </dgm:t>
    </dgm:pt>
    <dgm:pt modelId="{4BDE09DA-AEFA-465F-B88E-22F698876406}" type="parTrans" cxnId="{7C4F8817-E2FA-403B-82DB-6B46EBBBB7C1}">
      <dgm:prSet/>
      <dgm:spPr/>
      <dgm:t>
        <a:bodyPr/>
        <a:lstStyle/>
        <a:p>
          <a:endParaRPr lang="en-US"/>
        </a:p>
      </dgm:t>
    </dgm:pt>
    <dgm:pt modelId="{A4D0046A-4AD8-4582-8021-65BD10E807DA}" type="sibTrans" cxnId="{7C4F8817-E2FA-403B-82DB-6B46EBBBB7C1}">
      <dgm:prSet/>
      <dgm:spPr/>
      <dgm:t>
        <a:bodyPr/>
        <a:lstStyle/>
        <a:p>
          <a:endParaRPr lang="en-US"/>
        </a:p>
      </dgm:t>
    </dgm:pt>
    <dgm:pt modelId="{77E934CA-B361-47D0-B642-FF4F69F6B64B}">
      <dgm:prSet phldrT="[Text]" phldr="0" custT="1"/>
      <dgm:spPr>
        <a:solidFill>
          <a:schemeClr val="accent4">
            <a:lumMod val="20000"/>
            <a:lumOff val="80000"/>
            <a:alpha val="90000"/>
          </a:schemeClr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b="0" i="0" dirty="0"/>
            <a:t>Provided business requirements, process expertise, and solution guidance.</a:t>
          </a:r>
          <a:endParaRPr lang="en-US" sz="1400" dirty="0"/>
        </a:p>
      </dgm:t>
    </dgm:pt>
    <dgm:pt modelId="{2229A644-8CF1-4FE9-BDEA-7ACA9A3D8DB5}" type="parTrans" cxnId="{A2FA19CA-6242-4DD6-97AC-0E81F2105D9D}">
      <dgm:prSet/>
      <dgm:spPr/>
      <dgm:t>
        <a:bodyPr/>
        <a:lstStyle/>
        <a:p>
          <a:endParaRPr lang="en-US"/>
        </a:p>
      </dgm:t>
    </dgm:pt>
    <dgm:pt modelId="{A73EAF35-7BF6-4D41-972D-8112735DB4F7}" type="sibTrans" cxnId="{A2FA19CA-6242-4DD6-97AC-0E81F2105D9D}">
      <dgm:prSet/>
      <dgm:spPr/>
      <dgm:t>
        <a:bodyPr/>
        <a:lstStyle/>
        <a:p>
          <a:endParaRPr lang="en-US"/>
        </a:p>
      </dgm:t>
    </dgm:pt>
    <dgm:pt modelId="{29709B02-E12E-4455-A8EA-FD6AB5AEBBE0}">
      <dgm:prSet phldrT="[Text]" custT="1"/>
      <dgm:spPr>
        <a:solidFill>
          <a:schemeClr val="accent1">
            <a:lumMod val="50000"/>
          </a:schemeClr>
        </a:solidFill>
      </dgm:spPr>
      <dgm:t>
        <a:bodyPr/>
        <a:lstStyle/>
        <a:p>
          <a:pPr>
            <a:buNone/>
          </a:pPr>
          <a:endParaRPr lang="en-US" sz="1800" b="0" i="0" dirty="0"/>
        </a:p>
        <a:p>
          <a:pPr>
            <a:buNone/>
          </a:pPr>
          <a:r>
            <a:rPr lang="en-US" sz="1800" b="0" i="0" dirty="0"/>
            <a:t>🤝 Onshore Support:</a:t>
          </a:r>
        </a:p>
        <a:p>
          <a:pPr>
            <a:buNone/>
          </a:pPr>
          <a:r>
            <a:rPr lang="en-US" sz="1800" b="0" i="0" dirty="0"/>
            <a:t> Sreekanth Lakkaraju</a:t>
          </a:r>
        </a:p>
        <a:p>
          <a:pPr>
            <a:buNone/>
          </a:pPr>
          <a:endParaRPr lang="en-US" sz="1300" dirty="0"/>
        </a:p>
        <a:p>
          <a:pPr>
            <a:buNone/>
          </a:pPr>
          <a:endParaRPr lang="en-US" sz="1300" dirty="0"/>
        </a:p>
      </dgm:t>
    </dgm:pt>
    <dgm:pt modelId="{86981393-1207-49F9-BC33-13959B32C8B0}" type="parTrans" cxnId="{1748E618-029F-4F63-97F4-9AAB1C71D726}">
      <dgm:prSet/>
      <dgm:spPr/>
      <dgm:t>
        <a:bodyPr/>
        <a:lstStyle/>
        <a:p>
          <a:endParaRPr lang="en-US"/>
        </a:p>
      </dgm:t>
    </dgm:pt>
    <dgm:pt modelId="{910E28D7-79C7-4949-8761-7AFE6BD8FD81}" type="sibTrans" cxnId="{1748E618-029F-4F63-97F4-9AAB1C71D726}">
      <dgm:prSet/>
      <dgm:spPr/>
      <dgm:t>
        <a:bodyPr/>
        <a:lstStyle/>
        <a:p>
          <a:endParaRPr lang="en-US"/>
        </a:p>
      </dgm:t>
    </dgm:pt>
    <dgm:pt modelId="{9883C013-552F-41BD-9D84-21D8732AC07D}">
      <dgm:prSet phldrT="[Text]" phldr="0" custT="1"/>
      <dgm:spPr>
        <a:solidFill>
          <a:schemeClr val="accent4">
            <a:lumMod val="20000"/>
            <a:lumOff val="80000"/>
            <a:alpha val="90000"/>
          </a:schemeClr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b="0" i="0" dirty="0"/>
            <a:t>Provided feedback and support.</a:t>
          </a:r>
          <a:endParaRPr lang="en-US" sz="1400" dirty="0"/>
        </a:p>
      </dgm:t>
    </dgm:pt>
    <dgm:pt modelId="{DFA4DD06-0CAD-4576-A383-733BEDF5ACD1}" type="parTrans" cxnId="{898A5F4B-1D1F-4A78-B6FC-9B0342CBDAB5}">
      <dgm:prSet/>
      <dgm:spPr/>
      <dgm:t>
        <a:bodyPr/>
        <a:lstStyle/>
        <a:p>
          <a:endParaRPr lang="en-US"/>
        </a:p>
      </dgm:t>
    </dgm:pt>
    <dgm:pt modelId="{4B15147A-F946-486B-8EC2-5A79BAD4496B}" type="sibTrans" cxnId="{898A5F4B-1D1F-4A78-B6FC-9B0342CBDAB5}">
      <dgm:prSet/>
      <dgm:spPr/>
      <dgm:t>
        <a:bodyPr/>
        <a:lstStyle/>
        <a:p>
          <a:endParaRPr lang="en-US"/>
        </a:p>
      </dgm:t>
    </dgm:pt>
    <dgm:pt modelId="{29167959-3831-49C5-B314-800F9815579A}">
      <dgm:prSet/>
      <dgm:spPr>
        <a:solidFill>
          <a:schemeClr val="accent4">
            <a:lumMod val="20000"/>
            <a:lumOff val="80000"/>
            <a:alpha val="90000"/>
          </a:schemeClr>
        </a:solidFill>
      </dgm:spPr>
      <dgm:t>
        <a:bodyPr/>
        <a:lstStyle/>
        <a:p>
          <a:pPr>
            <a:buNone/>
          </a:pPr>
          <a:endParaRPr lang="en-US" sz="2100" dirty="0"/>
        </a:p>
      </dgm:t>
    </dgm:pt>
    <dgm:pt modelId="{5945C2F6-725B-4391-A329-E88A4973CD88}" type="parTrans" cxnId="{F4FD8C34-1FE3-4382-9BFD-396204EDD8B9}">
      <dgm:prSet/>
      <dgm:spPr/>
      <dgm:t>
        <a:bodyPr/>
        <a:lstStyle/>
        <a:p>
          <a:endParaRPr lang="en-US"/>
        </a:p>
      </dgm:t>
    </dgm:pt>
    <dgm:pt modelId="{48F482C4-769C-4E91-8D0B-1809EB94C56D}" type="sibTrans" cxnId="{F4FD8C34-1FE3-4382-9BFD-396204EDD8B9}">
      <dgm:prSet/>
      <dgm:spPr/>
      <dgm:t>
        <a:bodyPr/>
        <a:lstStyle/>
        <a:p>
          <a:endParaRPr lang="en-US"/>
        </a:p>
      </dgm:t>
    </dgm:pt>
    <dgm:pt modelId="{1DD28EEE-7CB8-4B83-8BF3-BE9B25B9A0B3}">
      <dgm:prSet/>
      <dgm:spPr>
        <a:solidFill>
          <a:schemeClr val="accent4">
            <a:lumMod val="20000"/>
            <a:lumOff val="80000"/>
            <a:alpha val="90000"/>
          </a:schemeClr>
        </a:solidFill>
      </dgm:spPr>
      <dgm:t>
        <a:bodyPr/>
        <a:lstStyle/>
        <a:p>
          <a:pPr>
            <a:buNone/>
          </a:pPr>
          <a:endParaRPr lang="en-US" sz="2100" dirty="0"/>
        </a:p>
      </dgm:t>
    </dgm:pt>
    <dgm:pt modelId="{BB1441EE-F0C2-41E4-869E-F62FF3E954CD}" type="parTrans" cxnId="{0D5B2720-C0BB-49AD-B89A-2C186D2E482D}">
      <dgm:prSet/>
      <dgm:spPr/>
      <dgm:t>
        <a:bodyPr/>
        <a:lstStyle/>
        <a:p>
          <a:endParaRPr lang="en-US"/>
        </a:p>
      </dgm:t>
    </dgm:pt>
    <dgm:pt modelId="{FA9F1ADC-7A05-4D97-8D7B-334E44D3B95C}" type="sibTrans" cxnId="{0D5B2720-C0BB-49AD-B89A-2C186D2E482D}">
      <dgm:prSet/>
      <dgm:spPr/>
      <dgm:t>
        <a:bodyPr/>
        <a:lstStyle/>
        <a:p>
          <a:endParaRPr lang="en-US"/>
        </a:p>
      </dgm:t>
    </dgm:pt>
    <dgm:pt modelId="{EC3F0BDA-88F7-4632-B867-180A15842E61}">
      <dgm:prSet/>
      <dgm:spPr>
        <a:solidFill>
          <a:schemeClr val="accent4">
            <a:lumMod val="20000"/>
            <a:lumOff val="80000"/>
            <a:alpha val="90000"/>
          </a:schemeClr>
        </a:solidFill>
      </dgm:spPr>
      <dgm:t>
        <a:bodyPr/>
        <a:lstStyle/>
        <a:p>
          <a:pPr>
            <a:buNone/>
          </a:pPr>
          <a:endParaRPr lang="en-US" sz="500" dirty="0"/>
        </a:p>
      </dgm:t>
    </dgm:pt>
    <dgm:pt modelId="{C67D4F31-7C88-4B64-B20E-87570F06D10C}" type="parTrans" cxnId="{DD6B2192-B082-45FF-8652-39097DE27DEC}">
      <dgm:prSet/>
      <dgm:spPr/>
      <dgm:t>
        <a:bodyPr/>
        <a:lstStyle/>
        <a:p>
          <a:endParaRPr lang="en-US"/>
        </a:p>
      </dgm:t>
    </dgm:pt>
    <dgm:pt modelId="{DF6BE224-5936-4094-8BE9-BF5D0FCD763C}" type="sibTrans" cxnId="{DD6B2192-B082-45FF-8652-39097DE27DEC}">
      <dgm:prSet/>
      <dgm:spPr/>
      <dgm:t>
        <a:bodyPr/>
        <a:lstStyle/>
        <a:p>
          <a:endParaRPr lang="en-US"/>
        </a:p>
      </dgm:t>
    </dgm:pt>
    <dgm:pt modelId="{E02D2A18-E5CE-4E98-97D7-C7E24FFDE0BB}">
      <dgm:prSet/>
      <dgm:spPr>
        <a:solidFill>
          <a:schemeClr val="accent4">
            <a:lumMod val="20000"/>
            <a:lumOff val="80000"/>
            <a:alpha val="90000"/>
          </a:schemeClr>
        </a:solidFill>
      </dgm:spPr>
      <dgm:t>
        <a:bodyPr/>
        <a:lstStyle/>
        <a:p>
          <a:pPr>
            <a:buNone/>
          </a:pPr>
          <a:endParaRPr lang="en-US" sz="500" dirty="0"/>
        </a:p>
      </dgm:t>
    </dgm:pt>
    <dgm:pt modelId="{C03611EB-8DAF-4B34-8D90-238C161C4D64}" type="parTrans" cxnId="{56B61B52-C3CC-472F-AC37-2C4FF9AACA5C}">
      <dgm:prSet/>
      <dgm:spPr/>
      <dgm:t>
        <a:bodyPr/>
        <a:lstStyle/>
        <a:p>
          <a:endParaRPr lang="en-US"/>
        </a:p>
      </dgm:t>
    </dgm:pt>
    <dgm:pt modelId="{8B22B1E3-EF90-45E9-8107-866AF5C89A0C}" type="sibTrans" cxnId="{56B61B52-C3CC-472F-AC37-2C4FF9AACA5C}">
      <dgm:prSet/>
      <dgm:spPr/>
      <dgm:t>
        <a:bodyPr/>
        <a:lstStyle/>
        <a:p>
          <a:endParaRPr lang="en-US"/>
        </a:p>
      </dgm:t>
    </dgm:pt>
    <dgm:pt modelId="{BAF0D216-FA24-40AC-AD46-4A31364061E1}">
      <dgm:prSet custT="1"/>
      <dgm:spPr>
        <a:solidFill>
          <a:schemeClr val="accent4">
            <a:lumMod val="20000"/>
            <a:lumOff val="80000"/>
            <a:alpha val="90000"/>
          </a:schemeClr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b="0" i="0" dirty="0"/>
            <a:t>Assisted with Client-Demo calls.</a:t>
          </a:r>
        </a:p>
      </dgm:t>
    </dgm:pt>
    <dgm:pt modelId="{9F9DCE1A-4642-4064-AE39-110A9FB36EF4}" type="parTrans" cxnId="{0E8DF432-7900-416F-93D8-1E1649B9B368}">
      <dgm:prSet/>
      <dgm:spPr/>
      <dgm:t>
        <a:bodyPr/>
        <a:lstStyle/>
        <a:p>
          <a:endParaRPr lang="en-US"/>
        </a:p>
      </dgm:t>
    </dgm:pt>
    <dgm:pt modelId="{AA3DDE22-E72B-410D-8987-A2F8E08787A5}" type="sibTrans" cxnId="{0E8DF432-7900-416F-93D8-1E1649B9B368}">
      <dgm:prSet/>
      <dgm:spPr/>
      <dgm:t>
        <a:bodyPr/>
        <a:lstStyle/>
        <a:p>
          <a:endParaRPr lang="en-US"/>
        </a:p>
      </dgm:t>
    </dgm:pt>
    <dgm:pt modelId="{9423108E-5505-4FF1-B093-A2458E0177F0}">
      <dgm:prSet/>
      <dgm:spPr>
        <a:solidFill>
          <a:schemeClr val="accent4">
            <a:lumMod val="20000"/>
            <a:lumOff val="80000"/>
            <a:alpha val="90000"/>
          </a:schemeClr>
        </a:solidFill>
      </dgm:spPr>
      <dgm:t>
        <a:bodyPr/>
        <a:lstStyle/>
        <a:p>
          <a:pPr>
            <a:buNone/>
          </a:pPr>
          <a:endParaRPr lang="en-US" sz="500" dirty="0"/>
        </a:p>
      </dgm:t>
    </dgm:pt>
    <dgm:pt modelId="{CB2EE179-5CF9-497B-9B4C-F522DBBAA7EA}" type="parTrans" cxnId="{9C33D5CF-7934-4D66-AD25-F4E457F77592}">
      <dgm:prSet/>
      <dgm:spPr/>
      <dgm:t>
        <a:bodyPr/>
        <a:lstStyle/>
        <a:p>
          <a:endParaRPr lang="en-US"/>
        </a:p>
      </dgm:t>
    </dgm:pt>
    <dgm:pt modelId="{46ECA846-F4EF-4B3A-9889-6AB2456801DA}" type="sibTrans" cxnId="{9C33D5CF-7934-4D66-AD25-F4E457F77592}">
      <dgm:prSet/>
      <dgm:spPr/>
      <dgm:t>
        <a:bodyPr/>
        <a:lstStyle/>
        <a:p>
          <a:endParaRPr lang="en-US"/>
        </a:p>
      </dgm:t>
    </dgm:pt>
    <dgm:pt modelId="{513DA747-488E-4618-A09A-2706C9DD82CB}">
      <dgm:prSet custT="1"/>
      <dgm:spPr>
        <a:solidFill>
          <a:schemeClr val="accent4">
            <a:lumMod val="20000"/>
            <a:lumOff val="80000"/>
            <a:alpha val="90000"/>
          </a:schemeClr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b="0" i="0" dirty="0"/>
            <a:t>Automated dashboard-ready file creation, validation, and reporting processes.</a:t>
          </a:r>
        </a:p>
      </dgm:t>
    </dgm:pt>
    <dgm:pt modelId="{4E537AC4-2FC0-4153-8FC3-CD99409D0947}" type="parTrans" cxnId="{9694F324-4E72-4E64-AEBA-CF99918BF03A}">
      <dgm:prSet/>
      <dgm:spPr/>
      <dgm:t>
        <a:bodyPr/>
        <a:lstStyle/>
        <a:p>
          <a:endParaRPr lang="en-US"/>
        </a:p>
      </dgm:t>
    </dgm:pt>
    <dgm:pt modelId="{C2F423C6-9705-4F29-A754-81EBE6FBE5DA}" type="sibTrans" cxnId="{9694F324-4E72-4E64-AEBA-CF99918BF03A}">
      <dgm:prSet/>
      <dgm:spPr/>
      <dgm:t>
        <a:bodyPr/>
        <a:lstStyle/>
        <a:p>
          <a:endParaRPr lang="en-US"/>
        </a:p>
      </dgm:t>
    </dgm:pt>
    <dgm:pt modelId="{F83BA104-7E9F-4F63-9358-B6D55F940665}">
      <dgm:prSet custT="1"/>
      <dgm:spPr>
        <a:solidFill>
          <a:schemeClr val="accent4">
            <a:lumMod val="20000"/>
            <a:lumOff val="80000"/>
            <a:alpha val="90000"/>
          </a:schemeClr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b="0" i="0" dirty="0"/>
            <a:t>Built user-friendly enhancements, including Python integration, UI, and dashboards.</a:t>
          </a:r>
        </a:p>
      </dgm:t>
    </dgm:pt>
    <dgm:pt modelId="{555DF348-19CC-4F12-AEFC-047B86E8F9F2}" type="parTrans" cxnId="{090BE882-5374-4E17-A960-46FC228A50D5}">
      <dgm:prSet/>
      <dgm:spPr/>
      <dgm:t>
        <a:bodyPr/>
        <a:lstStyle/>
        <a:p>
          <a:endParaRPr lang="en-US"/>
        </a:p>
      </dgm:t>
    </dgm:pt>
    <dgm:pt modelId="{A26B9EFC-CD53-4C83-BA24-0940AEB1A556}" type="sibTrans" cxnId="{090BE882-5374-4E17-A960-46FC228A50D5}">
      <dgm:prSet/>
      <dgm:spPr/>
      <dgm:t>
        <a:bodyPr/>
        <a:lstStyle/>
        <a:p>
          <a:endParaRPr lang="en-US"/>
        </a:p>
      </dgm:t>
    </dgm:pt>
    <dgm:pt modelId="{D53E13BB-86A7-4D64-9D34-3E2B5C8443DC}">
      <dgm:prSet/>
      <dgm:spPr>
        <a:solidFill>
          <a:schemeClr val="accent4">
            <a:lumMod val="20000"/>
            <a:lumOff val="80000"/>
            <a:alpha val="90000"/>
          </a:schemeClr>
        </a:solidFill>
      </dgm:spPr>
      <dgm:t>
        <a:bodyPr/>
        <a:lstStyle/>
        <a:p>
          <a:pPr>
            <a:buNone/>
          </a:pPr>
          <a:endParaRPr lang="en-US" sz="500" dirty="0"/>
        </a:p>
      </dgm:t>
    </dgm:pt>
    <dgm:pt modelId="{DB7F6AB7-A1BB-4DBD-86C7-7EA118B2A474}" type="parTrans" cxnId="{AA6DFA0D-F4E2-4BBC-8759-6E0332CFCFD4}">
      <dgm:prSet/>
      <dgm:spPr/>
      <dgm:t>
        <a:bodyPr/>
        <a:lstStyle/>
        <a:p>
          <a:endParaRPr lang="en-US"/>
        </a:p>
      </dgm:t>
    </dgm:pt>
    <dgm:pt modelId="{16363F43-DEBA-4B2E-92E4-7CF88129622E}" type="sibTrans" cxnId="{AA6DFA0D-F4E2-4BBC-8759-6E0332CFCFD4}">
      <dgm:prSet/>
      <dgm:spPr/>
      <dgm:t>
        <a:bodyPr/>
        <a:lstStyle/>
        <a:p>
          <a:endParaRPr lang="en-US"/>
        </a:p>
      </dgm:t>
    </dgm:pt>
    <dgm:pt modelId="{B7B0F66D-6851-46F5-8001-071E8F504623}">
      <dgm:prSet/>
      <dgm:spPr>
        <a:solidFill>
          <a:schemeClr val="accent4">
            <a:lumMod val="20000"/>
            <a:lumOff val="80000"/>
            <a:alpha val="90000"/>
          </a:schemeClr>
        </a:solidFill>
      </dgm:spPr>
      <dgm:t>
        <a:bodyPr/>
        <a:lstStyle/>
        <a:p>
          <a:pPr>
            <a:buNone/>
          </a:pPr>
          <a:endParaRPr lang="en-US" sz="500" dirty="0"/>
        </a:p>
      </dgm:t>
    </dgm:pt>
    <dgm:pt modelId="{1468DE12-0CBB-4EF4-B27B-84C0D38E23D5}" type="parTrans" cxnId="{FDBB326E-68C8-4E20-B2D7-7DAD0BF5C17A}">
      <dgm:prSet/>
      <dgm:spPr/>
      <dgm:t>
        <a:bodyPr/>
        <a:lstStyle/>
        <a:p>
          <a:endParaRPr lang="en-US"/>
        </a:p>
      </dgm:t>
    </dgm:pt>
    <dgm:pt modelId="{BCD7B1E3-36F5-4E78-9610-5EE5633A5281}" type="sibTrans" cxnId="{FDBB326E-68C8-4E20-B2D7-7DAD0BF5C17A}">
      <dgm:prSet/>
      <dgm:spPr/>
      <dgm:t>
        <a:bodyPr/>
        <a:lstStyle/>
        <a:p>
          <a:endParaRPr lang="en-US"/>
        </a:p>
      </dgm:t>
    </dgm:pt>
    <dgm:pt modelId="{D3DF19F9-9EB2-45B6-B1F1-673682A238A0}">
      <dgm:prSet custT="1"/>
      <dgm:spPr>
        <a:solidFill>
          <a:schemeClr val="accent4">
            <a:lumMod val="20000"/>
            <a:lumOff val="80000"/>
            <a:alpha val="90000"/>
          </a:schemeClr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b="0" i="0" dirty="0"/>
            <a:t>Reviewed deliverables, validated outputs, and supported implementation decisions.</a:t>
          </a:r>
        </a:p>
      </dgm:t>
    </dgm:pt>
    <dgm:pt modelId="{6B29C471-BE75-436F-85ED-03EAE1C0B14D}" type="parTrans" cxnId="{6608F1E2-1FD1-40E4-9D32-D9FD674E3F9C}">
      <dgm:prSet/>
      <dgm:spPr/>
      <dgm:t>
        <a:bodyPr/>
        <a:lstStyle/>
        <a:p>
          <a:endParaRPr lang="en-US"/>
        </a:p>
      </dgm:t>
    </dgm:pt>
    <dgm:pt modelId="{BB1C066E-9979-4BA2-BC1A-725AE06B972E}" type="sibTrans" cxnId="{6608F1E2-1FD1-40E4-9D32-D9FD674E3F9C}">
      <dgm:prSet/>
      <dgm:spPr/>
      <dgm:t>
        <a:bodyPr/>
        <a:lstStyle/>
        <a:p>
          <a:endParaRPr lang="en-US"/>
        </a:p>
      </dgm:t>
    </dgm:pt>
    <dgm:pt modelId="{FFD10F05-B90D-407E-BFC8-50C47BDBB908}" type="pres">
      <dgm:prSet presAssocID="{A5EED311-594E-43D3-9985-9FC078174C40}" presName="Name0" presStyleCnt="0">
        <dgm:presLayoutVars>
          <dgm:dir/>
          <dgm:animLvl val="lvl"/>
          <dgm:resizeHandles val="exact"/>
        </dgm:presLayoutVars>
      </dgm:prSet>
      <dgm:spPr/>
    </dgm:pt>
    <dgm:pt modelId="{AA78A9F4-9F74-4849-B1B8-F00807CE4D9E}" type="pres">
      <dgm:prSet presAssocID="{05A38C85-B7E0-4116-BC0E-EAF542714720}" presName="composite" presStyleCnt="0"/>
      <dgm:spPr/>
    </dgm:pt>
    <dgm:pt modelId="{265E664C-8E61-4332-B495-1151ECBF69CE}" type="pres">
      <dgm:prSet presAssocID="{05A38C85-B7E0-4116-BC0E-EAF542714720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1155EEDE-FC4B-43EA-AB0C-2E911500DB22}" type="pres">
      <dgm:prSet presAssocID="{05A38C85-B7E0-4116-BC0E-EAF542714720}" presName="desTx" presStyleLbl="alignAccFollowNode1" presStyleIdx="0" presStyleCnt="3">
        <dgm:presLayoutVars>
          <dgm:bulletEnabled val="1"/>
        </dgm:presLayoutVars>
      </dgm:prSet>
      <dgm:spPr/>
    </dgm:pt>
    <dgm:pt modelId="{D2D0CBDE-DEF5-44A5-8A06-F9A6C1D8D99E}" type="pres">
      <dgm:prSet presAssocID="{BE194764-A24E-4BD6-8D86-CC262293CEA6}" presName="space" presStyleCnt="0"/>
      <dgm:spPr/>
    </dgm:pt>
    <dgm:pt modelId="{044F3B3C-4314-45CE-A95F-AA36A10A8B39}" type="pres">
      <dgm:prSet presAssocID="{1ED11FD5-3635-4FE3-A4EA-47DD84C5FA7B}" presName="composite" presStyleCnt="0"/>
      <dgm:spPr/>
    </dgm:pt>
    <dgm:pt modelId="{42077A3F-B6E8-43D0-95CC-187EF26285FA}" type="pres">
      <dgm:prSet presAssocID="{1ED11FD5-3635-4FE3-A4EA-47DD84C5FA7B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080AD91A-6985-4158-AE87-6529442FF7D0}" type="pres">
      <dgm:prSet presAssocID="{1ED11FD5-3635-4FE3-A4EA-47DD84C5FA7B}" presName="desTx" presStyleLbl="alignAccFollowNode1" presStyleIdx="1" presStyleCnt="3">
        <dgm:presLayoutVars>
          <dgm:bulletEnabled val="1"/>
        </dgm:presLayoutVars>
      </dgm:prSet>
      <dgm:spPr/>
    </dgm:pt>
    <dgm:pt modelId="{16C40646-A812-488B-9575-E273BDDF2793}" type="pres">
      <dgm:prSet presAssocID="{A4D0046A-4AD8-4582-8021-65BD10E807DA}" presName="space" presStyleCnt="0"/>
      <dgm:spPr/>
    </dgm:pt>
    <dgm:pt modelId="{423F2A1E-DB15-40EB-ACC0-C6B9F8299E17}" type="pres">
      <dgm:prSet presAssocID="{29709B02-E12E-4455-A8EA-FD6AB5AEBBE0}" presName="composite" presStyleCnt="0"/>
      <dgm:spPr/>
    </dgm:pt>
    <dgm:pt modelId="{2E17D230-3806-4163-AE9B-B08302CD14E3}" type="pres">
      <dgm:prSet presAssocID="{29709B02-E12E-4455-A8EA-FD6AB5AEBBE0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B2CAC419-E012-4920-A27F-0EFED8F02D48}" type="pres">
      <dgm:prSet presAssocID="{29709B02-E12E-4455-A8EA-FD6AB5AEBBE0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AA6DFA0D-F4E2-4BBC-8759-6E0332CFCFD4}" srcId="{05A38C85-B7E0-4116-BC0E-EAF542714720}" destId="{D53E13BB-86A7-4D64-9D34-3E2B5C8443DC}" srcOrd="3" destOrd="0" parTransId="{DB7F6AB7-A1BB-4DBD-86C7-7EA118B2A474}" sibTransId="{16363F43-DEBA-4B2E-92E4-7CF88129622E}"/>
    <dgm:cxn modelId="{965BB011-AEBF-47A2-A831-135857779AC1}" type="presOf" srcId="{D53E13BB-86A7-4D64-9D34-3E2B5C8443DC}" destId="{1155EEDE-FC4B-43EA-AB0C-2E911500DB22}" srcOrd="0" destOrd="3" presId="urn:microsoft.com/office/officeart/2005/8/layout/hList1"/>
    <dgm:cxn modelId="{7C4F8817-E2FA-403B-82DB-6B46EBBBB7C1}" srcId="{A5EED311-594E-43D3-9985-9FC078174C40}" destId="{1ED11FD5-3635-4FE3-A4EA-47DD84C5FA7B}" srcOrd="1" destOrd="0" parTransId="{4BDE09DA-AEFA-465F-B88E-22F698876406}" sibTransId="{A4D0046A-4AD8-4582-8021-65BD10E807DA}"/>
    <dgm:cxn modelId="{1748E618-029F-4F63-97F4-9AAB1C71D726}" srcId="{A5EED311-594E-43D3-9985-9FC078174C40}" destId="{29709B02-E12E-4455-A8EA-FD6AB5AEBBE0}" srcOrd="2" destOrd="0" parTransId="{86981393-1207-49F9-BC33-13959B32C8B0}" sibTransId="{910E28D7-79C7-4949-8761-7AFE6BD8FD81}"/>
    <dgm:cxn modelId="{0D5B2720-C0BB-49AD-B89A-2C186D2E482D}" srcId="{29709B02-E12E-4455-A8EA-FD6AB5AEBBE0}" destId="{1DD28EEE-7CB8-4B83-8BF3-BE9B25B9A0B3}" srcOrd="4" destOrd="0" parTransId="{BB1441EE-F0C2-41E4-869E-F62FF3E954CD}" sibTransId="{FA9F1ADC-7A05-4D97-8D7B-334E44D3B95C}"/>
    <dgm:cxn modelId="{9694F324-4E72-4E64-AEBA-CF99918BF03A}" srcId="{05A38C85-B7E0-4116-BC0E-EAF542714720}" destId="{513DA747-488E-4618-A09A-2706C9DD82CB}" srcOrd="1" destOrd="0" parTransId="{4E537AC4-2FC0-4153-8FC3-CD99409D0947}" sibTransId="{C2F423C6-9705-4F29-A754-81EBE6FBE5DA}"/>
    <dgm:cxn modelId="{DF58772C-655F-452E-A6B9-FACCE44F8F8D}" type="presOf" srcId="{B7B0F66D-6851-46F5-8001-071E8F504623}" destId="{1155EEDE-FC4B-43EA-AB0C-2E911500DB22}" srcOrd="0" destOrd="4" presId="urn:microsoft.com/office/officeart/2005/8/layout/hList1"/>
    <dgm:cxn modelId="{2E9BA92C-C6B9-404E-8E79-188F2C3DC8BE}" type="presOf" srcId="{29167959-3831-49C5-B314-800F9815579A}" destId="{B2CAC419-E012-4920-A27F-0EFED8F02D48}" srcOrd="0" destOrd="3" presId="urn:microsoft.com/office/officeart/2005/8/layout/hList1"/>
    <dgm:cxn modelId="{9B2B432E-AD99-4513-97CB-B1665531C509}" type="presOf" srcId="{9423108E-5505-4FF1-B093-A2458E0177F0}" destId="{B2CAC419-E012-4920-A27F-0EFED8F02D48}" srcOrd="0" destOrd="2" presId="urn:microsoft.com/office/officeart/2005/8/layout/hList1"/>
    <dgm:cxn modelId="{0E8DF432-7900-416F-93D8-1E1649B9B368}" srcId="{29709B02-E12E-4455-A8EA-FD6AB5AEBBE0}" destId="{BAF0D216-FA24-40AC-AD46-4A31364061E1}" srcOrd="1" destOrd="0" parTransId="{9F9DCE1A-4642-4064-AE39-110A9FB36EF4}" sibTransId="{AA3DDE22-E72B-410D-8987-A2F8E08787A5}"/>
    <dgm:cxn modelId="{F4FD8C34-1FE3-4382-9BFD-396204EDD8B9}" srcId="{29709B02-E12E-4455-A8EA-FD6AB5AEBBE0}" destId="{29167959-3831-49C5-B314-800F9815579A}" srcOrd="3" destOrd="0" parTransId="{5945C2F6-725B-4391-A329-E88A4973CD88}" sibTransId="{48F482C4-769C-4E91-8D0B-1809EB94C56D}"/>
    <dgm:cxn modelId="{30FB4239-173B-48EC-BBA3-4D763A9760C9}" type="presOf" srcId="{BAF0D216-FA24-40AC-AD46-4A31364061E1}" destId="{B2CAC419-E012-4920-A27F-0EFED8F02D48}" srcOrd="0" destOrd="1" presId="urn:microsoft.com/office/officeart/2005/8/layout/hList1"/>
    <dgm:cxn modelId="{2F432A5C-FC88-4D66-9EF3-3C402E7FDE36}" type="presOf" srcId="{29709B02-E12E-4455-A8EA-FD6AB5AEBBE0}" destId="{2E17D230-3806-4163-AE9B-B08302CD14E3}" srcOrd="0" destOrd="0" presId="urn:microsoft.com/office/officeart/2005/8/layout/hList1"/>
    <dgm:cxn modelId="{8F817061-5435-4A89-8484-361D11CC4B22}" type="presOf" srcId="{EC3F0BDA-88F7-4632-B867-180A15842E61}" destId="{1155EEDE-FC4B-43EA-AB0C-2E911500DB22}" srcOrd="0" destOrd="5" presId="urn:microsoft.com/office/officeart/2005/8/layout/hList1"/>
    <dgm:cxn modelId="{265AA744-E551-4117-A6E4-2934F4D454A3}" type="presOf" srcId="{A5EED311-594E-43D3-9985-9FC078174C40}" destId="{FFD10F05-B90D-407E-BFC8-50C47BDBB908}" srcOrd="0" destOrd="0" presId="urn:microsoft.com/office/officeart/2005/8/layout/hList1"/>
    <dgm:cxn modelId="{C9F1D768-A9EF-4B5C-B823-C5EEEB1870FD}" type="presOf" srcId="{513DA747-488E-4618-A09A-2706C9DD82CB}" destId="{1155EEDE-FC4B-43EA-AB0C-2E911500DB22}" srcOrd="0" destOrd="1" presId="urn:microsoft.com/office/officeart/2005/8/layout/hList1"/>
    <dgm:cxn modelId="{898A5F4B-1D1F-4A78-B6FC-9B0342CBDAB5}" srcId="{29709B02-E12E-4455-A8EA-FD6AB5AEBBE0}" destId="{9883C013-552F-41BD-9D84-21D8732AC07D}" srcOrd="0" destOrd="0" parTransId="{DFA4DD06-0CAD-4576-A383-733BEDF5ACD1}" sibTransId="{4B15147A-F946-486B-8EC2-5A79BAD4496B}"/>
    <dgm:cxn modelId="{30647A4C-E6F6-4FF7-AAB9-7BABAC663E5E}" type="presOf" srcId="{3A74FB78-0F1E-4888-B84B-FA4BE48D6BB4}" destId="{1155EEDE-FC4B-43EA-AB0C-2E911500DB22}" srcOrd="0" destOrd="0" presId="urn:microsoft.com/office/officeart/2005/8/layout/hList1"/>
    <dgm:cxn modelId="{FDBB326E-68C8-4E20-B2D7-7DAD0BF5C17A}" srcId="{05A38C85-B7E0-4116-BC0E-EAF542714720}" destId="{B7B0F66D-6851-46F5-8001-071E8F504623}" srcOrd="4" destOrd="0" parTransId="{1468DE12-0CBB-4EF4-B27B-84C0D38E23D5}" sibTransId="{BCD7B1E3-36F5-4E78-9610-5EE5633A5281}"/>
    <dgm:cxn modelId="{56B61B52-C3CC-472F-AC37-2C4FF9AACA5C}" srcId="{05A38C85-B7E0-4116-BC0E-EAF542714720}" destId="{E02D2A18-E5CE-4E98-97D7-C7E24FFDE0BB}" srcOrd="6" destOrd="0" parTransId="{C03611EB-8DAF-4B34-8D90-238C161C4D64}" sibTransId="{8B22B1E3-EF90-45E9-8107-866AF5C89A0C}"/>
    <dgm:cxn modelId="{E8068656-1A18-48CB-B857-51F5140CFE89}" type="presOf" srcId="{E02D2A18-E5CE-4E98-97D7-C7E24FFDE0BB}" destId="{1155EEDE-FC4B-43EA-AB0C-2E911500DB22}" srcOrd="0" destOrd="6" presId="urn:microsoft.com/office/officeart/2005/8/layout/hList1"/>
    <dgm:cxn modelId="{4F2B3457-9924-4749-B7BD-D65E680E4671}" type="presOf" srcId="{05A38C85-B7E0-4116-BC0E-EAF542714720}" destId="{265E664C-8E61-4332-B495-1151ECBF69CE}" srcOrd="0" destOrd="0" presId="urn:microsoft.com/office/officeart/2005/8/layout/hList1"/>
    <dgm:cxn modelId="{090BE882-5374-4E17-A960-46FC228A50D5}" srcId="{05A38C85-B7E0-4116-BC0E-EAF542714720}" destId="{F83BA104-7E9F-4F63-9358-B6D55F940665}" srcOrd="2" destOrd="0" parTransId="{555DF348-19CC-4F12-AEFC-047B86E8F9F2}" sibTransId="{A26B9EFC-CD53-4C83-BA24-0940AEB1A556}"/>
    <dgm:cxn modelId="{DD6B2192-B082-45FF-8652-39097DE27DEC}" srcId="{05A38C85-B7E0-4116-BC0E-EAF542714720}" destId="{EC3F0BDA-88F7-4632-B867-180A15842E61}" srcOrd="5" destOrd="0" parTransId="{C67D4F31-7C88-4B64-B20E-87570F06D10C}" sibTransId="{DF6BE224-5936-4094-8BE9-BF5D0FCD763C}"/>
    <dgm:cxn modelId="{937B0C9B-3A1B-446B-9722-A6643EB5A0FC}" type="presOf" srcId="{D3DF19F9-9EB2-45B6-B1F1-673682A238A0}" destId="{080AD91A-6985-4158-AE87-6529442FF7D0}" srcOrd="0" destOrd="1" presId="urn:microsoft.com/office/officeart/2005/8/layout/hList1"/>
    <dgm:cxn modelId="{1455C9B8-D0CD-44EB-89D1-9072E4765E58}" type="presOf" srcId="{9883C013-552F-41BD-9D84-21D8732AC07D}" destId="{B2CAC419-E012-4920-A27F-0EFED8F02D48}" srcOrd="0" destOrd="0" presId="urn:microsoft.com/office/officeart/2005/8/layout/hList1"/>
    <dgm:cxn modelId="{9BEA6CB9-B300-42DD-99B1-108EDB2D0976}" type="presOf" srcId="{77E934CA-B361-47D0-B642-FF4F69F6B64B}" destId="{080AD91A-6985-4158-AE87-6529442FF7D0}" srcOrd="0" destOrd="0" presId="urn:microsoft.com/office/officeart/2005/8/layout/hList1"/>
    <dgm:cxn modelId="{A2FA19CA-6242-4DD6-97AC-0E81F2105D9D}" srcId="{1ED11FD5-3635-4FE3-A4EA-47DD84C5FA7B}" destId="{77E934CA-B361-47D0-B642-FF4F69F6B64B}" srcOrd="0" destOrd="0" parTransId="{2229A644-8CF1-4FE9-BDEA-7ACA9A3D8DB5}" sibTransId="{A73EAF35-7BF6-4D41-972D-8112735DB4F7}"/>
    <dgm:cxn modelId="{C604D1CE-CB55-4AD0-83BB-3C010C580A51}" type="presOf" srcId="{1ED11FD5-3635-4FE3-A4EA-47DD84C5FA7B}" destId="{42077A3F-B6E8-43D0-95CC-187EF26285FA}" srcOrd="0" destOrd="0" presId="urn:microsoft.com/office/officeart/2005/8/layout/hList1"/>
    <dgm:cxn modelId="{9C33D5CF-7934-4D66-AD25-F4E457F77592}" srcId="{29709B02-E12E-4455-A8EA-FD6AB5AEBBE0}" destId="{9423108E-5505-4FF1-B093-A2458E0177F0}" srcOrd="2" destOrd="0" parTransId="{CB2EE179-5CF9-497B-9B4C-F522DBBAA7EA}" sibTransId="{46ECA846-F4EF-4B3A-9889-6AB2456801DA}"/>
    <dgm:cxn modelId="{F2CC83DE-17FB-4B34-80F3-D4448893CF84}" type="presOf" srcId="{1DD28EEE-7CB8-4B83-8BF3-BE9B25B9A0B3}" destId="{B2CAC419-E012-4920-A27F-0EFED8F02D48}" srcOrd="0" destOrd="4" presId="urn:microsoft.com/office/officeart/2005/8/layout/hList1"/>
    <dgm:cxn modelId="{38FECFE0-C948-4C44-9998-882E02096C19}" srcId="{A5EED311-594E-43D3-9985-9FC078174C40}" destId="{05A38C85-B7E0-4116-BC0E-EAF542714720}" srcOrd="0" destOrd="0" parTransId="{49667DE7-BECE-42EC-BFC2-DA5DE851AD2C}" sibTransId="{BE194764-A24E-4BD6-8D86-CC262293CEA6}"/>
    <dgm:cxn modelId="{6608F1E2-1FD1-40E4-9D32-D9FD674E3F9C}" srcId="{1ED11FD5-3635-4FE3-A4EA-47DD84C5FA7B}" destId="{D3DF19F9-9EB2-45B6-B1F1-673682A238A0}" srcOrd="1" destOrd="0" parTransId="{6B29C471-BE75-436F-85ED-03EAE1C0B14D}" sibTransId="{BB1C066E-9979-4BA2-BC1A-725AE06B972E}"/>
    <dgm:cxn modelId="{FFF54CF1-63C1-49DD-A19B-94FEE7E2FD5A}" type="presOf" srcId="{F83BA104-7E9F-4F63-9358-B6D55F940665}" destId="{1155EEDE-FC4B-43EA-AB0C-2E911500DB22}" srcOrd="0" destOrd="2" presId="urn:microsoft.com/office/officeart/2005/8/layout/hList1"/>
    <dgm:cxn modelId="{C485CBFB-35C4-46A5-8394-186430D629A2}" srcId="{05A38C85-B7E0-4116-BC0E-EAF542714720}" destId="{3A74FB78-0F1E-4888-B84B-FA4BE48D6BB4}" srcOrd="0" destOrd="0" parTransId="{37E38422-179B-4240-84FE-876A2C48D96C}" sibTransId="{A9BCCDF2-E5D4-4371-947F-FB1B514B9E6E}"/>
    <dgm:cxn modelId="{B9A66531-C709-49DB-91BC-0E77E56759DC}" type="presParOf" srcId="{FFD10F05-B90D-407E-BFC8-50C47BDBB908}" destId="{AA78A9F4-9F74-4849-B1B8-F00807CE4D9E}" srcOrd="0" destOrd="0" presId="urn:microsoft.com/office/officeart/2005/8/layout/hList1"/>
    <dgm:cxn modelId="{7AFDF352-B372-426C-ACF1-71F6F83B3EED}" type="presParOf" srcId="{AA78A9F4-9F74-4849-B1B8-F00807CE4D9E}" destId="{265E664C-8E61-4332-B495-1151ECBF69CE}" srcOrd="0" destOrd="0" presId="urn:microsoft.com/office/officeart/2005/8/layout/hList1"/>
    <dgm:cxn modelId="{FA66D456-0BFC-4AF5-A313-F4C3B3871B10}" type="presParOf" srcId="{AA78A9F4-9F74-4849-B1B8-F00807CE4D9E}" destId="{1155EEDE-FC4B-43EA-AB0C-2E911500DB22}" srcOrd="1" destOrd="0" presId="urn:microsoft.com/office/officeart/2005/8/layout/hList1"/>
    <dgm:cxn modelId="{207EF9B6-C8AB-4836-9FE7-3EA5AC078D9B}" type="presParOf" srcId="{FFD10F05-B90D-407E-BFC8-50C47BDBB908}" destId="{D2D0CBDE-DEF5-44A5-8A06-F9A6C1D8D99E}" srcOrd="1" destOrd="0" presId="urn:microsoft.com/office/officeart/2005/8/layout/hList1"/>
    <dgm:cxn modelId="{15C82C42-0773-462C-B98E-7B75B6718153}" type="presParOf" srcId="{FFD10F05-B90D-407E-BFC8-50C47BDBB908}" destId="{044F3B3C-4314-45CE-A95F-AA36A10A8B39}" srcOrd="2" destOrd="0" presId="urn:microsoft.com/office/officeart/2005/8/layout/hList1"/>
    <dgm:cxn modelId="{D3F7A33C-C2F0-4E5F-8559-2562768071F3}" type="presParOf" srcId="{044F3B3C-4314-45CE-A95F-AA36A10A8B39}" destId="{42077A3F-B6E8-43D0-95CC-187EF26285FA}" srcOrd="0" destOrd="0" presId="urn:microsoft.com/office/officeart/2005/8/layout/hList1"/>
    <dgm:cxn modelId="{6F941C58-03A7-4BFE-AF7D-EBADA40621A2}" type="presParOf" srcId="{044F3B3C-4314-45CE-A95F-AA36A10A8B39}" destId="{080AD91A-6985-4158-AE87-6529442FF7D0}" srcOrd="1" destOrd="0" presId="urn:microsoft.com/office/officeart/2005/8/layout/hList1"/>
    <dgm:cxn modelId="{84E21B86-E272-4328-AA52-EAF0FA2D6C52}" type="presParOf" srcId="{FFD10F05-B90D-407E-BFC8-50C47BDBB908}" destId="{16C40646-A812-488B-9575-E273BDDF2793}" srcOrd="3" destOrd="0" presId="urn:microsoft.com/office/officeart/2005/8/layout/hList1"/>
    <dgm:cxn modelId="{AFC9F2C1-C789-4D8B-B857-A2685E02A8A7}" type="presParOf" srcId="{FFD10F05-B90D-407E-BFC8-50C47BDBB908}" destId="{423F2A1E-DB15-40EB-ACC0-C6B9F8299E17}" srcOrd="4" destOrd="0" presId="urn:microsoft.com/office/officeart/2005/8/layout/hList1"/>
    <dgm:cxn modelId="{DDCB2C5D-8F3B-456A-B4FF-C676BBF32D77}" type="presParOf" srcId="{423F2A1E-DB15-40EB-ACC0-C6B9F8299E17}" destId="{2E17D230-3806-4163-AE9B-B08302CD14E3}" srcOrd="0" destOrd="0" presId="urn:microsoft.com/office/officeart/2005/8/layout/hList1"/>
    <dgm:cxn modelId="{3018DFA3-1506-4C9F-A71B-61CADAEA931C}" type="presParOf" srcId="{423F2A1E-DB15-40EB-ACC0-C6B9F8299E17}" destId="{B2CAC419-E012-4920-A27F-0EFED8F02D4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9A119F7-CCC4-4468-AFFB-1D115B73B4D5}" type="doc">
      <dgm:prSet loTypeId="urn:microsoft.com/office/officeart/2005/8/layout/hProcess4" loCatId="process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US"/>
        </a:p>
      </dgm:t>
    </dgm:pt>
    <dgm:pt modelId="{DEC0D407-BA12-47D3-A9B8-61CFC74EBD45}">
      <dgm:prSet phldrT="[Text]" phldr="0"/>
      <dgm:spPr/>
      <dgm:t>
        <a:bodyPr/>
        <a:lstStyle/>
        <a:p>
          <a:r>
            <a:rPr lang="en-US" dirty="0"/>
            <a:t>Report Generation</a:t>
          </a:r>
        </a:p>
      </dgm:t>
    </dgm:pt>
    <dgm:pt modelId="{36BDDEC6-D8B8-43A2-B341-8337EB0095AA}" type="parTrans" cxnId="{F3B0D4D0-3CBC-495F-8B14-F703ADDAB951}">
      <dgm:prSet/>
      <dgm:spPr/>
      <dgm:t>
        <a:bodyPr/>
        <a:lstStyle/>
        <a:p>
          <a:endParaRPr lang="en-US"/>
        </a:p>
      </dgm:t>
    </dgm:pt>
    <dgm:pt modelId="{47BF8AA0-93AF-4447-8C6A-B2EADD068643}" type="sibTrans" cxnId="{F3B0D4D0-3CBC-495F-8B14-F703ADDAB951}">
      <dgm:prSet/>
      <dgm:spPr/>
      <dgm:t>
        <a:bodyPr/>
        <a:lstStyle/>
        <a:p>
          <a:endParaRPr lang="en-US"/>
        </a:p>
      </dgm:t>
    </dgm:pt>
    <dgm:pt modelId="{F37FFAA8-2074-48BE-8596-D6B81CE1A9EB}">
      <dgm:prSet phldrT="[Text]" phldr="0"/>
      <dgm:spPr/>
      <dgm:t>
        <a:bodyPr/>
        <a:lstStyle/>
        <a:p>
          <a:endParaRPr lang="en-US" sz="1200" dirty="0"/>
        </a:p>
      </dgm:t>
    </dgm:pt>
    <dgm:pt modelId="{A0B9D939-8807-40D5-B464-09C41F7F75C6}" type="parTrans" cxnId="{6F81C075-224F-4017-9230-D9D5D0547F78}">
      <dgm:prSet/>
      <dgm:spPr/>
      <dgm:t>
        <a:bodyPr/>
        <a:lstStyle/>
        <a:p>
          <a:endParaRPr lang="en-US"/>
        </a:p>
      </dgm:t>
    </dgm:pt>
    <dgm:pt modelId="{33081F4D-D578-40B2-A80D-11FC78A76319}" type="sibTrans" cxnId="{6F81C075-224F-4017-9230-D9D5D0547F78}">
      <dgm:prSet/>
      <dgm:spPr/>
      <dgm:t>
        <a:bodyPr/>
        <a:lstStyle/>
        <a:p>
          <a:endParaRPr lang="en-US"/>
        </a:p>
      </dgm:t>
    </dgm:pt>
    <dgm:pt modelId="{F3BA04D1-F3C2-43F9-AC44-B9F23D6993CD}">
      <dgm:prSet phldrT="[Text]" phldr="0" custT="1"/>
      <dgm:spPr/>
      <dgm:t>
        <a:bodyPr/>
        <a:lstStyle/>
        <a:p>
          <a:r>
            <a:rPr lang="en-US" sz="1300" dirty="0"/>
            <a:t>Splitting of data </a:t>
          </a:r>
        </a:p>
      </dgm:t>
    </dgm:pt>
    <dgm:pt modelId="{F799311D-3FC0-493C-BC2F-EEB25E8519C8}" type="parTrans" cxnId="{8D6BDCD3-C59C-4CDA-BCA4-E09DF4E2D37C}">
      <dgm:prSet/>
      <dgm:spPr/>
      <dgm:t>
        <a:bodyPr/>
        <a:lstStyle/>
        <a:p>
          <a:endParaRPr lang="en-US"/>
        </a:p>
      </dgm:t>
    </dgm:pt>
    <dgm:pt modelId="{0FA563F1-DB93-4AFF-B500-281E813BAC7A}" type="sibTrans" cxnId="{8D6BDCD3-C59C-4CDA-BCA4-E09DF4E2D37C}">
      <dgm:prSet/>
      <dgm:spPr/>
      <dgm:t>
        <a:bodyPr/>
        <a:lstStyle/>
        <a:p>
          <a:endParaRPr lang="en-US"/>
        </a:p>
      </dgm:t>
    </dgm:pt>
    <dgm:pt modelId="{272E8DB5-6AFA-4EB4-BE9D-77B5DD4D6F79}">
      <dgm:prSet phldrT="[Text]" phldr="0"/>
      <dgm:spPr/>
      <dgm:t>
        <a:bodyPr/>
        <a:lstStyle/>
        <a:p>
          <a:r>
            <a:rPr lang="en-US" dirty="0"/>
            <a:t>Manual Validation</a:t>
          </a:r>
        </a:p>
      </dgm:t>
    </dgm:pt>
    <dgm:pt modelId="{F6CA5571-02A8-4F67-834C-BE703B4C2AFB}" type="parTrans" cxnId="{EE9BA904-6840-45BA-9424-DEA31503C2A3}">
      <dgm:prSet/>
      <dgm:spPr/>
      <dgm:t>
        <a:bodyPr/>
        <a:lstStyle/>
        <a:p>
          <a:endParaRPr lang="en-US"/>
        </a:p>
      </dgm:t>
    </dgm:pt>
    <dgm:pt modelId="{78DE985C-A30F-4966-A3F4-643CA289128D}" type="sibTrans" cxnId="{EE9BA904-6840-45BA-9424-DEA31503C2A3}">
      <dgm:prSet/>
      <dgm:spPr/>
      <dgm:t>
        <a:bodyPr/>
        <a:lstStyle/>
        <a:p>
          <a:endParaRPr lang="en-US"/>
        </a:p>
      </dgm:t>
    </dgm:pt>
    <dgm:pt modelId="{53115864-B21B-4F72-B769-0F0E20247CE2}">
      <dgm:prSet phldrT="[Text]" phldr="0"/>
      <dgm:spPr/>
      <dgm:t>
        <a:bodyPr/>
        <a:lstStyle/>
        <a:p>
          <a:endParaRPr lang="en-US" sz="1200" dirty="0"/>
        </a:p>
      </dgm:t>
    </dgm:pt>
    <dgm:pt modelId="{D75D73A5-39CC-4FD1-8D0C-9A3FA0B4DF86}" type="parTrans" cxnId="{74AA1E34-FA15-4EB1-ADCC-1AF89114E8FB}">
      <dgm:prSet/>
      <dgm:spPr/>
      <dgm:t>
        <a:bodyPr/>
        <a:lstStyle/>
        <a:p>
          <a:endParaRPr lang="en-US"/>
        </a:p>
      </dgm:t>
    </dgm:pt>
    <dgm:pt modelId="{8D05D0FD-E86C-4478-B6F7-8975F39740B3}" type="sibTrans" cxnId="{74AA1E34-FA15-4EB1-ADCC-1AF89114E8FB}">
      <dgm:prSet/>
      <dgm:spPr/>
      <dgm:t>
        <a:bodyPr/>
        <a:lstStyle/>
        <a:p>
          <a:endParaRPr lang="en-US"/>
        </a:p>
      </dgm:t>
    </dgm:pt>
    <dgm:pt modelId="{DB15F75A-BBA5-4D6B-98DC-E08BC2211D7C}">
      <dgm:prSet/>
      <dgm:spPr/>
      <dgm:t>
        <a:bodyPr/>
        <a:lstStyle/>
        <a:p>
          <a:r>
            <a:rPr lang="en-US" dirty="0"/>
            <a:t>Operational visibility of Data </a:t>
          </a:r>
        </a:p>
      </dgm:t>
    </dgm:pt>
    <dgm:pt modelId="{B3F9A772-2677-4B7B-B8F0-F63D57A9CD6E}" type="parTrans" cxnId="{82EB02DA-CF8E-4127-BB9E-D710DA3EDD00}">
      <dgm:prSet/>
      <dgm:spPr/>
      <dgm:t>
        <a:bodyPr/>
        <a:lstStyle/>
        <a:p>
          <a:endParaRPr lang="en-US"/>
        </a:p>
      </dgm:t>
    </dgm:pt>
    <dgm:pt modelId="{6C332476-E55C-417B-BF60-F7DA23FE7B49}" type="sibTrans" cxnId="{82EB02DA-CF8E-4127-BB9E-D710DA3EDD00}">
      <dgm:prSet/>
      <dgm:spPr/>
      <dgm:t>
        <a:bodyPr/>
        <a:lstStyle/>
        <a:p>
          <a:endParaRPr lang="en-US"/>
        </a:p>
      </dgm:t>
    </dgm:pt>
    <dgm:pt modelId="{75E40FD6-BC2E-49B2-B3F9-22AD03915567}">
      <dgm:prSet phldrT="[Text]" phldr="0"/>
      <dgm:spPr/>
      <dgm:t>
        <a:bodyPr/>
        <a:lstStyle/>
        <a:p>
          <a:r>
            <a:rPr lang="en-US" dirty="0"/>
            <a:t>Create dashboard ready files</a:t>
          </a:r>
        </a:p>
      </dgm:t>
    </dgm:pt>
    <dgm:pt modelId="{15708B8B-85F0-4E5C-9A9A-95D133BEFEBA}" type="sibTrans" cxnId="{4FD2BA09-4120-409F-B990-1EB6E1125A5B}">
      <dgm:prSet/>
      <dgm:spPr/>
      <dgm:t>
        <a:bodyPr/>
        <a:lstStyle/>
        <a:p>
          <a:endParaRPr lang="en-US"/>
        </a:p>
      </dgm:t>
    </dgm:pt>
    <dgm:pt modelId="{45A2FF8D-C960-4EF3-A214-7A6F10AD0C06}" type="parTrans" cxnId="{4FD2BA09-4120-409F-B990-1EB6E1125A5B}">
      <dgm:prSet/>
      <dgm:spPr/>
      <dgm:t>
        <a:bodyPr/>
        <a:lstStyle/>
        <a:p>
          <a:endParaRPr lang="en-US"/>
        </a:p>
      </dgm:t>
    </dgm:pt>
    <dgm:pt modelId="{6CF65D1B-23D7-409E-BFD6-E3EA1544444E}">
      <dgm:prSet phldrT="[Text]" phldr="0" custT="1"/>
      <dgm:spPr/>
      <dgm:t>
        <a:bodyPr/>
        <a:lstStyle/>
        <a:p>
          <a:r>
            <a:rPr lang="en-US" sz="1300" dirty="0"/>
            <a:t>Filtering &amp; Conversion of Data</a:t>
          </a:r>
        </a:p>
      </dgm:t>
    </dgm:pt>
    <dgm:pt modelId="{F11786D2-7C76-4E94-9934-1111DFC49268}" type="parTrans" cxnId="{A5A8A336-4EC3-4951-A2E8-E24B51E81FC4}">
      <dgm:prSet/>
      <dgm:spPr/>
      <dgm:t>
        <a:bodyPr/>
        <a:lstStyle/>
        <a:p>
          <a:endParaRPr lang="en-US"/>
        </a:p>
      </dgm:t>
    </dgm:pt>
    <dgm:pt modelId="{A1CBF2CD-AC33-46AB-AD15-B23DCDC9C64D}" type="sibTrans" cxnId="{A5A8A336-4EC3-4951-A2E8-E24B51E81FC4}">
      <dgm:prSet/>
      <dgm:spPr/>
      <dgm:t>
        <a:bodyPr/>
        <a:lstStyle/>
        <a:p>
          <a:endParaRPr lang="en-US"/>
        </a:p>
      </dgm:t>
    </dgm:pt>
    <dgm:pt modelId="{82DF0AFC-6AE5-4067-B18C-82A2DAC44FFC}">
      <dgm:prSet phldrT="[Text]" phldr="0" custT="1"/>
      <dgm:spPr/>
      <dgm:t>
        <a:bodyPr/>
        <a:lstStyle/>
        <a:p>
          <a:r>
            <a:rPr lang="en-US" sz="1300" dirty="0"/>
            <a:t>Formatting of data &amp; files</a:t>
          </a:r>
        </a:p>
      </dgm:t>
    </dgm:pt>
    <dgm:pt modelId="{BE532CDA-BBF3-43E2-A198-8D6AF9ACF03F}" type="parTrans" cxnId="{FB868811-34BD-468C-82A0-589B12CF0618}">
      <dgm:prSet/>
      <dgm:spPr/>
      <dgm:t>
        <a:bodyPr/>
        <a:lstStyle/>
        <a:p>
          <a:endParaRPr lang="en-US"/>
        </a:p>
      </dgm:t>
    </dgm:pt>
    <dgm:pt modelId="{6CD5AE3B-97E5-4889-AE92-C801A2229B71}" type="sibTrans" cxnId="{FB868811-34BD-468C-82A0-589B12CF0618}">
      <dgm:prSet/>
      <dgm:spPr/>
      <dgm:t>
        <a:bodyPr/>
        <a:lstStyle/>
        <a:p>
          <a:endParaRPr lang="en-US"/>
        </a:p>
      </dgm:t>
    </dgm:pt>
    <dgm:pt modelId="{69A71F42-18E8-4F78-8E7C-02A4EA0F5BE9}">
      <dgm:prSet phldrT="[Text]" phldr="0" custT="1"/>
      <dgm:spPr/>
      <dgm:t>
        <a:bodyPr/>
        <a:lstStyle/>
        <a:p>
          <a:r>
            <a:rPr lang="en-US" sz="1300" dirty="0"/>
            <a:t>PTA Report  generation from RFM 2</a:t>
          </a:r>
        </a:p>
      </dgm:t>
    </dgm:pt>
    <dgm:pt modelId="{CB75391F-624A-4374-916D-06083CC6C529}" type="parTrans" cxnId="{E0C33047-C810-4FCA-8A85-56223511BF06}">
      <dgm:prSet/>
      <dgm:spPr/>
      <dgm:t>
        <a:bodyPr/>
        <a:lstStyle/>
        <a:p>
          <a:endParaRPr lang="en-US"/>
        </a:p>
      </dgm:t>
    </dgm:pt>
    <dgm:pt modelId="{8CBAE84E-C631-4B7A-AFF3-201AC45E6727}" type="sibTrans" cxnId="{E0C33047-C810-4FCA-8A85-56223511BF06}">
      <dgm:prSet/>
      <dgm:spPr/>
      <dgm:t>
        <a:bodyPr/>
        <a:lstStyle/>
        <a:p>
          <a:endParaRPr lang="en-US"/>
        </a:p>
      </dgm:t>
    </dgm:pt>
    <dgm:pt modelId="{CD116973-6C8D-471F-A743-3C1E7AA6070B}">
      <dgm:prSet phldrT="[Text]" phldr="0"/>
      <dgm:spPr/>
      <dgm:t>
        <a:bodyPr/>
        <a:lstStyle/>
        <a:p>
          <a:endParaRPr lang="en-US" sz="1200" dirty="0"/>
        </a:p>
      </dgm:t>
    </dgm:pt>
    <dgm:pt modelId="{A1A6887D-0A2C-429B-8171-1F9812325D90}" type="parTrans" cxnId="{8B9058D7-E840-4132-A3B8-FD4641DAE0EC}">
      <dgm:prSet/>
      <dgm:spPr/>
      <dgm:t>
        <a:bodyPr/>
        <a:lstStyle/>
        <a:p>
          <a:endParaRPr lang="en-US"/>
        </a:p>
      </dgm:t>
    </dgm:pt>
    <dgm:pt modelId="{8EBD5805-193B-4BD7-A8CC-251E2DBC0806}" type="sibTrans" cxnId="{8B9058D7-E840-4132-A3B8-FD4641DAE0EC}">
      <dgm:prSet/>
      <dgm:spPr/>
      <dgm:t>
        <a:bodyPr/>
        <a:lstStyle/>
        <a:p>
          <a:endParaRPr lang="en-US"/>
        </a:p>
      </dgm:t>
    </dgm:pt>
    <dgm:pt modelId="{3C7167F6-092C-4F46-AC9E-D0869A476CD6}">
      <dgm:prSet phldrT="[Text]" phldr="0" custT="1"/>
      <dgm:spPr/>
      <dgm:t>
        <a:bodyPr/>
        <a:lstStyle/>
        <a:p>
          <a:r>
            <a:rPr lang="en-US" sz="1300" dirty="0"/>
            <a:t>Validation of created files form raw reports</a:t>
          </a:r>
        </a:p>
      </dgm:t>
    </dgm:pt>
    <dgm:pt modelId="{6BCC6A36-D9F4-4FCA-948B-2BC6CEF2DD67}" type="parTrans" cxnId="{6AE18D57-F0F0-4F55-AB4C-C93DB7B11B6E}">
      <dgm:prSet/>
      <dgm:spPr/>
      <dgm:t>
        <a:bodyPr/>
        <a:lstStyle/>
        <a:p>
          <a:endParaRPr lang="en-US"/>
        </a:p>
      </dgm:t>
    </dgm:pt>
    <dgm:pt modelId="{30282220-E8B2-437D-BC83-9F4C5ADBC093}" type="sibTrans" cxnId="{6AE18D57-F0F0-4F55-AB4C-C93DB7B11B6E}">
      <dgm:prSet/>
      <dgm:spPr/>
      <dgm:t>
        <a:bodyPr/>
        <a:lstStyle/>
        <a:p>
          <a:endParaRPr lang="en-US"/>
        </a:p>
      </dgm:t>
    </dgm:pt>
    <dgm:pt modelId="{DC17ECE3-F96E-4998-95A4-7F158903A8E4}">
      <dgm:prSet/>
      <dgm:spPr/>
      <dgm:t>
        <a:bodyPr/>
        <a:lstStyle/>
        <a:p>
          <a:r>
            <a:rPr lang="en-US"/>
            <a:t>Upload files on Dashboard</a:t>
          </a:r>
          <a:endParaRPr lang="en-US" dirty="0"/>
        </a:p>
      </dgm:t>
    </dgm:pt>
    <dgm:pt modelId="{DA441ACC-8E55-4412-B4A4-063AC055E7D8}" type="parTrans" cxnId="{8D90D3DA-C833-483E-A6A3-F5934E96A534}">
      <dgm:prSet/>
      <dgm:spPr/>
      <dgm:t>
        <a:bodyPr/>
        <a:lstStyle/>
        <a:p>
          <a:endParaRPr lang="en-US"/>
        </a:p>
      </dgm:t>
    </dgm:pt>
    <dgm:pt modelId="{B5C5CA7B-3F3D-49F3-8D92-9728F67C0547}" type="sibTrans" cxnId="{8D90D3DA-C833-483E-A6A3-F5934E96A534}">
      <dgm:prSet/>
      <dgm:spPr/>
      <dgm:t>
        <a:bodyPr/>
        <a:lstStyle/>
        <a:p>
          <a:endParaRPr lang="en-US"/>
        </a:p>
      </dgm:t>
    </dgm:pt>
    <dgm:pt modelId="{D930A379-F2D3-40D6-8613-097E2CEDBC19}">
      <dgm:prSet custT="1"/>
      <dgm:spPr/>
      <dgm:t>
        <a:bodyPr/>
        <a:lstStyle/>
        <a:p>
          <a:r>
            <a:rPr lang="en-US" sz="1300" dirty="0"/>
            <a:t>Created files are uploaded on dashboard</a:t>
          </a:r>
        </a:p>
      </dgm:t>
    </dgm:pt>
    <dgm:pt modelId="{5918AFF9-BFE9-4E4E-B357-CD1A23EAD23F}" type="parTrans" cxnId="{E3B0F61B-62ED-4BA7-8555-8B0E72590829}">
      <dgm:prSet/>
      <dgm:spPr/>
      <dgm:t>
        <a:bodyPr/>
        <a:lstStyle/>
        <a:p>
          <a:endParaRPr lang="en-US"/>
        </a:p>
      </dgm:t>
    </dgm:pt>
    <dgm:pt modelId="{93CE2D9E-DC51-4EEE-BD7F-C518E1B036CB}" type="sibTrans" cxnId="{E3B0F61B-62ED-4BA7-8555-8B0E72590829}">
      <dgm:prSet/>
      <dgm:spPr/>
      <dgm:t>
        <a:bodyPr/>
        <a:lstStyle/>
        <a:p>
          <a:endParaRPr lang="en-US"/>
        </a:p>
      </dgm:t>
    </dgm:pt>
    <dgm:pt modelId="{78341FCD-D452-43F4-8F86-F63924F73A72}">
      <dgm:prSet custT="1"/>
      <dgm:spPr/>
      <dgm:t>
        <a:bodyPr/>
        <a:lstStyle/>
        <a:p>
          <a:r>
            <a:rPr lang="en-US" sz="1300" dirty="0"/>
            <a:t>PTA data is populated.</a:t>
          </a:r>
        </a:p>
      </dgm:t>
    </dgm:pt>
    <dgm:pt modelId="{D149ECE6-EC86-4A36-9FD3-96F977E0CEA3}" type="parTrans" cxnId="{46C11472-1D3F-4BE9-8E01-DB0F834DE874}">
      <dgm:prSet/>
      <dgm:spPr/>
      <dgm:t>
        <a:bodyPr/>
        <a:lstStyle/>
        <a:p>
          <a:endParaRPr lang="en-US"/>
        </a:p>
      </dgm:t>
    </dgm:pt>
    <dgm:pt modelId="{142556D1-188A-4412-B2E8-D1806E1D030D}" type="sibTrans" cxnId="{46C11472-1D3F-4BE9-8E01-DB0F834DE874}">
      <dgm:prSet/>
      <dgm:spPr/>
      <dgm:t>
        <a:bodyPr/>
        <a:lstStyle/>
        <a:p>
          <a:endParaRPr lang="en-US"/>
        </a:p>
      </dgm:t>
    </dgm:pt>
    <dgm:pt modelId="{24422DD5-2DE3-4083-B8C3-958C706514D4}">
      <dgm:prSet/>
      <dgm:spPr/>
      <dgm:t>
        <a:bodyPr/>
        <a:lstStyle/>
        <a:p>
          <a:pPr>
            <a:buFont typeface="Arial" panose="020B0604020202020204" pitchFamily="34" charset="0"/>
            <a:buNone/>
          </a:pPr>
          <a:endParaRPr lang="en-US" dirty="0">
            <a:solidFill>
              <a:schemeClr val="tx1"/>
            </a:solidFill>
          </a:endParaRPr>
        </a:p>
      </dgm:t>
    </dgm:pt>
    <dgm:pt modelId="{B4658D67-455E-4368-B9E8-4D9ED08499B8}" type="parTrans" cxnId="{8018E5FC-4D26-4FBB-B600-E81BAD509C04}">
      <dgm:prSet/>
      <dgm:spPr/>
      <dgm:t>
        <a:bodyPr/>
        <a:lstStyle/>
        <a:p>
          <a:endParaRPr lang="en-US"/>
        </a:p>
      </dgm:t>
    </dgm:pt>
    <dgm:pt modelId="{59D91AAC-4B6A-4E2E-95FC-B774825C90EE}" type="sibTrans" cxnId="{8018E5FC-4D26-4FBB-B600-E81BAD509C04}">
      <dgm:prSet/>
      <dgm:spPr/>
      <dgm:t>
        <a:bodyPr/>
        <a:lstStyle/>
        <a:p>
          <a:endParaRPr lang="en-US"/>
        </a:p>
      </dgm:t>
    </dgm:pt>
    <dgm:pt modelId="{17784132-59D5-4C33-932A-E180F95FDC00}">
      <dgm:prSet phldrT="[Text]" phldr="0"/>
      <dgm:spPr/>
      <dgm:t>
        <a:bodyPr/>
        <a:lstStyle/>
        <a:p>
          <a:endParaRPr lang="en-US" sz="1200" dirty="0"/>
        </a:p>
      </dgm:t>
    </dgm:pt>
    <dgm:pt modelId="{6B942BFF-D71C-47CB-B952-D03FEA3B538C}" type="parTrans" cxnId="{D241706A-2C5E-4512-9D6C-A0FFAF3C9EFC}">
      <dgm:prSet/>
      <dgm:spPr/>
      <dgm:t>
        <a:bodyPr/>
        <a:lstStyle/>
        <a:p>
          <a:endParaRPr lang="en-US"/>
        </a:p>
      </dgm:t>
    </dgm:pt>
    <dgm:pt modelId="{B4B7027C-0BE3-4D0A-85EF-0AFC37F55272}" type="sibTrans" cxnId="{D241706A-2C5E-4512-9D6C-A0FFAF3C9EFC}">
      <dgm:prSet/>
      <dgm:spPr/>
      <dgm:t>
        <a:bodyPr/>
        <a:lstStyle/>
        <a:p>
          <a:endParaRPr lang="en-US"/>
        </a:p>
      </dgm:t>
    </dgm:pt>
    <dgm:pt modelId="{70BC865B-C754-47E7-9C95-45FA3F54784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>
              <a:solidFill>
                <a:schemeClr val="tx1"/>
              </a:solidFill>
            </a:rPr>
            <a:t>STIMs, OTMs &amp; Field-In-charges can fetch the required data from Dashboard.</a:t>
          </a:r>
        </a:p>
      </dgm:t>
    </dgm:pt>
    <dgm:pt modelId="{7A757860-0160-46F3-B504-9728F3F97030}" type="parTrans" cxnId="{01C7766C-A97D-4619-86B3-CA36DDC71212}">
      <dgm:prSet/>
      <dgm:spPr/>
      <dgm:t>
        <a:bodyPr/>
        <a:lstStyle/>
        <a:p>
          <a:endParaRPr lang="en-US"/>
        </a:p>
      </dgm:t>
    </dgm:pt>
    <dgm:pt modelId="{C18614CA-C1F6-4C65-AD1F-982845BC5FF4}" type="sibTrans" cxnId="{01C7766C-A97D-4619-86B3-CA36DDC71212}">
      <dgm:prSet/>
      <dgm:spPr/>
      <dgm:t>
        <a:bodyPr/>
        <a:lstStyle/>
        <a:p>
          <a:endParaRPr lang="en-US"/>
        </a:p>
      </dgm:t>
    </dgm:pt>
    <dgm:pt modelId="{408352B4-5613-449A-9A3D-BF753BE292F4}" type="pres">
      <dgm:prSet presAssocID="{E9A119F7-CCC4-4468-AFFB-1D115B73B4D5}" presName="Name0" presStyleCnt="0">
        <dgm:presLayoutVars>
          <dgm:dir/>
          <dgm:animLvl val="lvl"/>
          <dgm:resizeHandles val="exact"/>
        </dgm:presLayoutVars>
      </dgm:prSet>
      <dgm:spPr/>
    </dgm:pt>
    <dgm:pt modelId="{22D6AAC1-B6BC-433D-AE60-E4BE80B9937E}" type="pres">
      <dgm:prSet presAssocID="{E9A119F7-CCC4-4468-AFFB-1D115B73B4D5}" presName="tSp" presStyleCnt="0"/>
      <dgm:spPr/>
    </dgm:pt>
    <dgm:pt modelId="{F87AC3F9-BBE0-40E3-AF61-7B3C2670F948}" type="pres">
      <dgm:prSet presAssocID="{E9A119F7-CCC4-4468-AFFB-1D115B73B4D5}" presName="bSp" presStyleCnt="0"/>
      <dgm:spPr/>
    </dgm:pt>
    <dgm:pt modelId="{023E2955-DF78-405B-8B56-3D9A659506BF}" type="pres">
      <dgm:prSet presAssocID="{E9A119F7-CCC4-4468-AFFB-1D115B73B4D5}" presName="process" presStyleCnt="0"/>
      <dgm:spPr/>
    </dgm:pt>
    <dgm:pt modelId="{C1EF1694-E92B-4E62-A07E-25DB0C82E35C}" type="pres">
      <dgm:prSet presAssocID="{DEC0D407-BA12-47D3-A9B8-61CFC74EBD45}" presName="composite1" presStyleCnt="0"/>
      <dgm:spPr/>
    </dgm:pt>
    <dgm:pt modelId="{2346605C-BCE7-46E6-ABEC-06AD1AA61630}" type="pres">
      <dgm:prSet presAssocID="{DEC0D407-BA12-47D3-A9B8-61CFC74EBD45}" presName="dummyNode1" presStyleLbl="node1" presStyleIdx="0" presStyleCnt="5"/>
      <dgm:spPr/>
    </dgm:pt>
    <dgm:pt modelId="{D935A9BF-0B26-4B40-B951-F0697363F332}" type="pres">
      <dgm:prSet presAssocID="{DEC0D407-BA12-47D3-A9B8-61CFC74EBD45}" presName="childNode1" presStyleLbl="bgAcc1" presStyleIdx="0" presStyleCnt="5" custScaleX="112755">
        <dgm:presLayoutVars>
          <dgm:bulletEnabled val="1"/>
        </dgm:presLayoutVars>
      </dgm:prSet>
      <dgm:spPr/>
    </dgm:pt>
    <dgm:pt modelId="{ED7BEF33-76C9-4199-8C41-3440926174A1}" type="pres">
      <dgm:prSet presAssocID="{DEC0D407-BA12-47D3-A9B8-61CFC74EBD45}" presName="childNode1tx" presStyleLbl="bgAcc1" presStyleIdx="0" presStyleCnt="5">
        <dgm:presLayoutVars>
          <dgm:bulletEnabled val="1"/>
        </dgm:presLayoutVars>
      </dgm:prSet>
      <dgm:spPr/>
    </dgm:pt>
    <dgm:pt modelId="{5460FA6C-379C-4E33-8F4F-96ADFA14D86B}" type="pres">
      <dgm:prSet presAssocID="{DEC0D407-BA12-47D3-A9B8-61CFC74EBD45}" presName="parentNode1" presStyleLbl="node1" presStyleIdx="0" presStyleCnt="5">
        <dgm:presLayoutVars>
          <dgm:chMax val="1"/>
          <dgm:bulletEnabled val="1"/>
        </dgm:presLayoutVars>
      </dgm:prSet>
      <dgm:spPr/>
    </dgm:pt>
    <dgm:pt modelId="{EAD2FEBE-F823-4A88-B3EF-96F68E2794B7}" type="pres">
      <dgm:prSet presAssocID="{DEC0D407-BA12-47D3-A9B8-61CFC74EBD45}" presName="connSite1" presStyleCnt="0"/>
      <dgm:spPr/>
    </dgm:pt>
    <dgm:pt modelId="{28CC1086-494F-4121-A5EA-87975AE7FBCC}" type="pres">
      <dgm:prSet presAssocID="{47BF8AA0-93AF-4447-8C6A-B2EADD068643}" presName="Name9" presStyleLbl="sibTrans2D1" presStyleIdx="0" presStyleCnt="4"/>
      <dgm:spPr/>
    </dgm:pt>
    <dgm:pt modelId="{854D5D69-E9BC-43B1-9E26-AC817FB45319}" type="pres">
      <dgm:prSet presAssocID="{75E40FD6-BC2E-49B2-B3F9-22AD03915567}" presName="composite2" presStyleCnt="0"/>
      <dgm:spPr/>
    </dgm:pt>
    <dgm:pt modelId="{A311C69B-2EA0-4F18-B88F-76A19A0C3243}" type="pres">
      <dgm:prSet presAssocID="{75E40FD6-BC2E-49B2-B3F9-22AD03915567}" presName="dummyNode2" presStyleLbl="node1" presStyleIdx="0" presStyleCnt="5"/>
      <dgm:spPr/>
    </dgm:pt>
    <dgm:pt modelId="{C4B1FE59-B5F6-4D42-A7C6-8E76A961E143}" type="pres">
      <dgm:prSet presAssocID="{75E40FD6-BC2E-49B2-B3F9-22AD03915567}" presName="childNode2" presStyleLbl="bgAcc1" presStyleIdx="1" presStyleCnt="5" custScaleX="113643">
        <dgm:presLayoutVars>
          <dgm:bulletEnabled val="1"/>
        </dgm:presLayoutVars>
      </dgm:prSet>
      <dgm:spPr/>
    </dgm:pt>
    <dgm:pt modelId="{FBB07CDB-5125-40F0-9862-9BCBB67BEBEE}" type="pres">
      <dgm:prSet presAssocID="{75E40FD6-BC2E-49B2-B3F9-22AD03915567}" presName="childNode2tx" presStyleLbl="bgAcc1" presStyleIdx="1" presStyleCnt="5">
        <dgm:presLayoutVars>
          <dgm:bulletEnabled val="1"/>
        </dgm:presLayoutVars>
      </dgm:prSet>
      <dgm:spPr/>
    </dgm:pt>
    <dgm:pt modelId="{25573098-53C2-48F1-B70C-B8F268EFC447}" type="pres">
      <dgm:prSet presAssocID="{75E40FD6-BC2E-49B2-B3F9-22AD03915567}" presName="parentNode2" presStyleLbl="node1" presStyleIdx="1" presStyleCnt="5">
        <dgm:presLayoutVars>
          <dgm:chMax val="0"/>
          <dgm:bulletEnabled val="1"/>
        </dgm:presLayoutVars>
      </dgm:prSet>
      <dgm:spPr/>
    </dgm:pt>
    <dgm:pt modelId="{E4EFB87C-2BE0-4B3F-A869-F357CFB0B583}" type="pres">
      <dgm:prSet presAssocID="{75E40FD6-BC2E-49B2-B3F9-22AD03915567}" presName="connSite2" presStyleCnt="0"/>
      <dgm:spPr/>
    </dgm:pt>
    <dgm:pt modelId="{02E7E194-52D3-4DE7-9C12-84DCB55D5948}" type="pres">
      <dgm:prSet presAssocID="{15708B8B-85F0-4E5C-9A9A-95D133BEFEBA}" presName="Name18" presStyleLbl="sibTrans2D1" presStyleIdx="1" presStyleCnt="4"/>
      <dgm:spPr/>
    </dgm:pt>
    <dgm:pt modelId="{F24D14AF-B8A7-4543-BA02-BD8F73DE088B}" type="pres">
      <dgm:prSet presAssocID="{272E8DB5-6AFA-4EB4-BE9D-77B5DD4D6F79}" presName="composite1" presStyleCnt="0"/>
      <dgm:spPr/>
    </dgm:pt>
    <dgm:pt modelId="{2C55E5D0-8285-4066-B50F-9D9571F5A458}" type="pres">
      <dgm:prSet presAssocID="{272E8DB5-6AFA-4EB4-BE9D-77B5DD4D6F79}" presName="dummyNode1" presStyleLbl="node1" presStyleIdx="1" presStyleCnt="5"/>
      <dgm:spPr/>
    </dgm:pt>
    <dgm:pt modelId="{F00D09D8-DB39-4C17-AC97-4378B34DF44C}" type="pres">
      <dgm:prSet presAssocID="{272E8DB5-6AFA-4EB4-BE9D-77B5DD4D6F79}" presName="childNode1" presStyleLbl="bgAcc1" presStyleIdx="2" presStyleCnt="5" custScaleX="112755">
        <dgm:presLayoutVars>
          <dgm:bulletEnabled val="1"/>
        </dgm:presLayoutVars>
      </dgm:prSet>
      <dgm:spPr/>
    </dgm:pt>
    <dgm:pt modelId="{A84570E4-95FA-4AB7-9E43-2E160CE11752}" type="pres">
      <dgm:prSet presAssocID="{272E8DB5-6AFA-4EB4-BE9D-77B5DD4D6F79}" presName="childNode1tx" presStyleLbl="bgAcc1" presStyleIdx="2" presStyleCnt="5">
        <dgm:presLayoutVars>
          <dgm:bulletEnabled val="1"/>
        </dgm:presLayoutVars>
      </dgm:prSet>
      <dgm:spPr/>
    </dgm:pt>
    <dgm:pt modelId="{895547F2-92A5-4DDD-BF1F-45627381A688}" type="pres">
      <dgm:prSet presAssocID="{272E8DB5-6AFA-4EB4-BE9D-77B5DD4D6F79}" presName="parentNode1" presStyleLbl="node1" presStyleIdx="2" presStyleCnt="5">
        <dgm:presLayoutVars>
          <dgm:chMax val="1"/>
          <dgm:bulletEnabled val="1"/>
        </dgm:presLayoutVars>
      </dgm:prSet>
      <dgm:spPr/>
    </dgm:pt>
    <dgm:pt modelId="{7AAB0882-BDC5-4A56-8F5F-003E9E52B3E7}" type="pres">
      <dgm:prSet presAssocID="{272E8DB5-6AFA-4EB4-BE9D-77B5DD4D6F79}" presName="connSite1" presStyleCnt="0"/>
      <dgm:spPr/>
    </dgm:pt>
    <dgm:pt modelId="{00DA23C2-D81A-469D-85AE-4616557F0324}" type="pres">
      <dgm:prSet presAssocID="{78DE985C-A30F-4966-A3F4-643CA289128D}" presName="Name9" presStyleLbl="sibTrans2D1" presStyleIdx="2" presStyleCnt="4"/>
      <dgm:spPr/>
    </dgm:pt>
    <dgm:pt modelId="{DBC7D0A2-FAC0-4004-9FE0-975FA66D390F}" type="pres">
      <dgm:prSet presAssocID="{DC17ECE3-F96E-4998-95A4-7F158903A8E4}" presName="composite2" presStyleCnt="0"/>
      <dgm:spPr/>
    </dgm:pt>
    <dgm:pt modelId="{A67F4009-A6B8-4B22-8659-3E7AD0E05DF3}" type="pres">
      <dgm:prSet presAssocID="{DC17ECE3-F96E-4998-95A4-7F158903A8E4}" presName="dummyNode2" presStyleLbl="node1" presStyleIdx="2" presStyleCnt="5"/>
      <dgm:spPr/>
    </dgm:pt>
    <dgm:pt modelId="{958CFACF-537C-4C20-B542-3D1FB317DA1D}" type="pres">
      <dgm:prSet presAssocID="{DC17ECE3-F96E-4998-95A4-7F158903A8E4}" presName="childNode2" presStyleLbl="bgAcc1" presStyleIdx="3" presStyleCnt="5" custScaleX="106197">
        <dgm:presLayoutVars>
          <dgm:bulletEnabled val="1"/>
        </dgm:presLayoutVars>
      </dgm:prSet>
      <dgm:spPr/>
    </dgm:pt>
    <dgm:pt modelId="{9E0031F3-B52B-4577-AC5B-4DE3EA8C91B0}" type="pres">
      <dgm:prSet presAssocID="{DC17ECE3-F96E-4998-95A4-7F158903A8E4}" presName="childNode2tx" presStyleLbl="bgAcc1" presStyleIdx="3" presStyleCnt="5">
        <dgm:presLayoutVars>
          <dgm:bulletEnabled val="1"/>
        </dgm:presLayoutVars>
      </dgm:prSet>
      <dgm:spPr/>
    </dgm:pt>
    <dgm:pt modelId="{F820C52E-1295-45F4-BCA4-21928C59AA14}" type="pres">
      <dgm:prSet presAssocID="{DC17ECE3-F96E-4998-95A4-7F158903A8E4}" presName="parentNode2" presStyleLbl="node1" presStyleIdx="3" presStyleCnt="5">
        <dgm:presLayoutVars>
          <dgm:chMax val="0"/>
          <dgm:bulletEnabled val="1"/>
        </dgm:presLayoutVars>
      </dgm:prSet>
      <dgm:spPr/>
    </dgm:pt>
    <dgm:pt modelId="{763BB0B7-B292-4FB8-A8BC-3872908412FF}" type="pres">
      <dgm:prSet presAssocID="{DC17ECE3-F96E-4998-95A4-7F158903A8E4}" presName="connSite2" presStyleCnt="0"/>
      <dgm:spPr/>
    </dgm:pt>
    <dgm:pt modelId="{071B3610-BCB0-488F-9DD1-AB0C2857F4A0}" type="pres">
      <dgm:prSet presAssocID="{B5C5CA7B-3F3D-49F3-8D92-9728F67C0547}" presName="Name18" presStyleLbl="sibTrans2D1" presStyleIdx="3" presStyleCnt="4"/>
      <dgm:spPr/>
    </dgm:pt>
    <dgm:pt modelId="{F63ED76D-9A71-4652-A54D-D760C67642B1}" type="pres">
      <dgm:prSet presAssocID="{DB15F75A-BBA5-4D6B-98DC-E08BC2211D7C}" presName="composite1" presStyleCnt="0"/>
      <dgm:spPr/>
    </dgm:pt>
    <dgm:pt modelId="{918605BB-C3C5-40A3-B4F5-FB7BE0259A1F}" type="pres">
      <dgm:prSet presAssocID="{DB15F75A-BBA5-4D6B-98DC-E08BC2211D7C}" presName="dummyNode1" presStyleLbl="node1" presStyleIdx="3" presStyleCnt="5"/>
      <dgm:spPr/>
    </dgm:pt>
    <dgm:pt modelId="{B3DF417C-FD4F-4288-AA51-AC17670A6327}" type="pres">
      <dgm:prSet presAssocID="{DB15F75A-BBA5-4D6B-98DC-E08BC2211D7C}" presName="childNode1" presStyleLbl="bgAcc1" presStyleIdx="4" presStyleCnt="5" custScaleX="115010">
        <dgm:presLayoutVars>
          <dgm:bulletEnabled val="1"/>
        </dgm:presLayoutVars>
      </dgm:prSet>
      <dgm:spPr/>
    </dgm:pt>
    <dgm:pt modelId="{DD91BADF-5D02-4E8E-9321-BCE6E0D5B0EA}" type="pres">
      <dgm:prSet presAssocID="{DB15F75A-BBA5-4D6B-98DC-E08BC2211D7C}" presName="childNode1tx" presStyleLbl="bgAcc1" presStyleIdx="4" presStyleCnt="5">
        <dgm:presLayoutVars>
          <dgm:bulletEnabled val="1"/>
        </dgm:presLayoutVars>
      </dgm:prSet>
      <dgm:spPr/>
    </dgm:pt>
    <dgm:pt modelId="{0A36EF1A-3160-44B3-A736-9FA4CF023426}" type="pres">
      <dgm:prSet presAssocID="{DB15F75A-BBA5-4D6B-98DC-E08BC2211D7C}" presName="parentNode1" presStyleLbl="node1" presStyleIdx="4" presStyleCnt="5">
        <dgm:presLayoutVars>
          <dgm:chMax val="1"/>
          <dgm:bulletEnabled val="1"/>
        </dgm:presLayoutVars>
      </dgm:prSet>
      <dgm:spPr/>
    </dgm:pt>
    <dgm:pt modelId="{21DA11D7-0F0D-424D-AC53-8A53F96F0EC5}" type="pres">
      <dgm:prSet presAssocID="{DB15F75A-BBA5-4D6B-98DC-E08BC2211D7C}" presName="connSite1" presStyleCnt="0"/>
      <dgm:spPr/>
    </dgm:pt>
  </dgm:ptLst>
  <dgm:cxnLst>
    <dgm:cxn modelId="{D3D81A00-2939-40BB-B631-6ABAFBE84F03}" type="presOf" srcId="{3C7167F6-092C-4F46-AC9E-D0869A476CD6}" destId="{F00D09D8-DB39-4C17-AC97-4378B34DF44C}" srcOrd="0" destOrd="2" presId="urn:microsoft.com/office/officeart/2005/8/layout/hProcess4"/>
    <dgm:cxn modelId="{542DD901-CDC0-490D-BD80-1A34E6B04179}" type="presOf" srcId="{82DF0AFC-6AE5-4067-B18C-82A2DAC44FFC}" destId="{FBB07CDB-5125-40F0-9862-9BCBB67BEBEE}" srcOrd="1" destOrd="2" presId="urn:microsoft.com/office/officeart/2005/8/layout/hProcess4"/>
    <dgm:cxn modelId="{EE9BA904-6840-45BA-9424-DEA31503C2A3}" srcId="{E9A119F7-CCC4-4468-AFFB-1D115B73B4D5}" destId="{272E8DB5-6AFA-4EB4-BE9D-77B5DD4D6F79}" srcOrd="2" destOrd="0" parTransId="{F6CA5571-02A8-4F67-834C-BE703B4C2AFB}" sibTransId="{78DE985C-A30F-4966-A3F4-643CA289128D}"/>
    <dgm:cxn modelId="{D1A70D06-75BD-4C1C-BB9C-EDCD8929420B}" type="presOf" srcId="{F37FFAA8-2074-48BE-8596-D6B81CE1A9EB}" destId="{D935A9BF-0B26-4B40-B951-F0697363F332}" srcOrd="0" destOrd="0" presId="urn:microsoft.com/office/officeart/2005/8/layout/hProcess4"/>
    <dgm:cxn modelId="{4FD2BA09-4120-409F-B990-1EB6E1125A5B}" srcId="{E9A119F7-CCC4-4468-AFFB-1D115B73B4D5}" destId="{75E40FD6-BC2E-49B2-B3F9-22AD03915567}" srcOrd="1" destOrd="0" parTransId="{45A2FF8D-C960-4EF3-A214-7A6F10AD0C06}" sibTransId="{15708B8B-85F0-4E5C-9A9A-95D133BEFEBA}"/>
    <dgm:cxn modelId="{FB868811-34BD-468C-82A0-589B12CF0618}" srcId="{75E40FD6-BC2E-49B2-B3F9-22AD03915567}" destId="{82DF0AFC-6AE5-4067-B18C-82A2DAC44FFC}" srcOrd="2" destOrd="0" parTransId="{BE532CDA-BBF3-43E2-A198-8D6AF9ACF03F}" sibTransId="{6CD5AE3B-97E5-4889-AE92-C801A2229B71}"/>
    <dgm:cxn modelId="{B4136118-CF02-4471-9849-13A1FF176D11}" type="presOf" srcId="{3C7167F6-092C-4F46-AC9E-D0869A476CD6}" destId="{A84570E4-95FA-4AB7-9E43-2E160CE11752}" srcOrd="1" destOrd="2" presId="urn:microsoft.com/office/officeart/2005/8/layout/hProcess4"/>
    <dgm:cxn modelId="{E3B0F61B-62ED-4BA7-8555-8B0E72590829}" srcId="{DC17ECE3-F96E-4998-95A4-7F158903A8E4}" destId="{D930A379-F2D3-40D6-8613-097E2CEDBC19}" srcOrd="0" destOrd="0" parTransId="{5918AFF9-BFE9-4E4E-B357-CD1A23EAD23F}" sibTransId="{93CE2D9E-DC51-4EEE-BD7F-C518E1B036CB}"/>
    <dgm:cxn modelId="{B21D7923-948C-44BD-94F5-6CCAB615B5AA}" type="presOf" srcId="{69A71F42-18E8-4F78-8E7C-02A4EA0F5BE9}" destId="{D935A9BF-0B26-4B40-B951-F0697363F332}" srcOrd="0" destOrd="2" presId="urn:microsoft.com/office/officeart/2005/8/layout/hProcess4"/>
    <dgm:cxn modelId="{3BEFFD24-2EEF-42AE-9F2E-77AA011CF7D4}" type="presOf" srcId="{CD116973-6C8D-471F-A743-3C1E7AA6070B}" destId="{F00D09D8-DB39-4C17-AC97-4378B34DF44C}" srcOrd="0" destOrd="1" presId="urn:microsoft.com/office/officeart/2005/8/layout/hProcess4"/>
    <dgm:cxn modelId="{C1DED627-0A93-42B3-9F3B-2E8E0FBDB8C9}" type="presOf" srcId="{78DE985C-A30F-4966-A3F4-643CA289128D}" destId="{00DA23C2-D81A-469D-85AE-4616557F0324}" srcOrd="0" destOrd="0" presId="urn:microsoft.com/office/officeart/2005/8/layout/hProcess4"/>
    <dgm:cxn modelId="{AB8ACE28-97F6-4D72-892A-50CC9F7B7EC6}" type="presOf" srcId="{70BC865B-C754-47E7-9C95-45FA3F547849}" destId="{DD91BADF-5D02-4E8E-9321-BCE6E0D5B0EA}" srcOrd="1" destOrd="1" presId="urn:microsoft.com/office/officeart/2005/8/layout/hProcess4"/>
    <dgm:cxn modelId="{74AA1E34-FA15-4EB1-ADCC-1AF89114E8FB}" srcId="{272E8DB5-6AFA-4EB4-BE9D-77B5DD4D6F79}" destId="{53115864-B21B-4F72-B769-0F0E20247CE2}" srcOrd="0" destOrd="0" parTransId="{D75D73A5-39CC-4FD1-8D0C-9A3FA0B4DF86}" sibTransId="{8D05D0FD-E86C-4478-B6F7-8975F39740B3}"/>
    <dgm:cxn modelId="{A5A8A336-4EC3-4951-A2E8-E24B51E81FC4}" srcId="{75E40FD6-BC2E-49B2-B3F9-22AD03915567}" destId="{6CF65D1B-23D7-409E-BFD6-E3EA1544444E}" srcOrd="1" destOrd="0" parTransId="{F11786D2-7C76-4E94-9934-1111DFC49268}" sibTransId="{A1CBF2CD-AC33-46AB-AD15-B23DCDC9C64D}"/>
    <dgm:cxn modelId="{E0C33047-C810-4FCA-8A85-56223511BF06}" srcId="{DEC0D407-BA12-47D3-A9B8-61CFC74EBD45}" destId="{69A71F42-18E8-4F78-8E7C-02A4EA0F5BE9}" srcOrd="2" destOrd="0" parTransId="{CB75391F-624A-4374-916D-06083CC6C529}" sibTransId="{8CBAE84E-C631-4B7A-AFF3-201AC45E6727}"/>
    <dgm:cxn modelId="{F9FF4347-E357-47F1-83DA-271FEB9E3B52}" type="presOf" srcId="{272E8DB5-6AFA-4EB4-BE9D-77B5DD4D6F79}" destId="{895547F2-92A5-4DDD-BF1F-45627381A688}" srcOrd="0" destOrd="0" presId="urn:microsoft.com/office/officeart/2005/8/layout/hProcess4"/>
    <dgm:cxn modelId="{B98AC148-3D22-45E3-871B-175DABE28A7B}" type="presOf" srcId="{6CF65D1B-23D7-409E-BFD6-E3EA1544444E}" destId="{FBB07CDB-5125-40F0-9862-9BCBB67BEBEE}" srcOrd="1" destOrd="1" presId="urn:microsoft.com/office/officeart/2005/8/layout/hProcess4"/>
    <dgm:cxn modelId="{C13FDD48-7368-4756-AB99-9CE334748EDE}" type="presOf" srcId="{F3BA04D1-F3C2-43F9-AC44-B9F23D6993CD}" destId="{C4B1FE59-B5F6-4D42-A7C6-8E76A961E143}" srcOrd="0" destOrd="0" presId="urn:microsoft.com/office/officeart/2005/8/layout/hProcess4"/>
    <dgm:cxn modelId="{D241706A-2C5E-4512-9D6C-A0FFAF3C9EFC}" srcId="{DEC0D407-BA12-47D3-A9B8-61CFC74EBD45}" destId="{17784132-59D5-4C33-932A-E180F95FDC00}" srcOrd="1" destOrd="0" parTransId="{6B942BFF-D71C-47CB-B952-D03FEA3B538C}" sibTransId="{B4B7027C-0BE3-4D0A-85EF-0AFC37F55272}"/>
    <dgm:cxn modelId="{01C7766C-A97D-4619-86B3-CA36DDC71212}" srcId="{DB15F75A-BBA5-4D6B-98DC-E08BC2211D7C}" destId="{70BC865B-C754-47E7-9C95-45FA3F547849}" srcOrd="1" destOrd="0" parTransId="{7A757860-0160-46F3-B504-9728F3F97030}" sibTransId="{C18614CA-C1F6-4C65-AD1F-982845BC5FF4}"/>
    <dgm:cxn modelId="{9928CF6D-599A-40E6-BC0A-E6B77BEC6B18}" type="presOf" srcId="{D930A379-F2D3-40D6-8613-097E2CEDBC19}" destId="{958CFACF-537C-4C20-B542-3D1FB317DA1D}" srcOrd="0" destOrd="0" presId="urn:microsoft.com/office/officeart/2005/8/layout/hProcess4"/>
    <dgm:cxn modelId="{15C02171-DFFB-428F-A2FE-258D16688133}" type="presOf" srcId="{F3BA04D1-F3C2-43F9-AC44-B9F23D6993CD}" destId="{FBB07CDB-5125-40F0-9862-9BCBB67BEBEE}" srcOrd="1" destOrd="0" presId="urn:microsoft.com/office/officeart/2005/8/layout/hProcess4"/>
    <dgm:cxn modelId="{46C11472-1D3F-4BE9-8E01-DB0F834DE874}" srcId="{DC17ECE3-F96E-4998-95A4-7F158903A8E4}" destId="{78341FCD-D452-43F4-8F86-F63924F73A72}" srcOrd="1" destOrd="0" parTransId="{D149ECE6-EC86-4A36-9FD3-96F977E0CEA3}" sibTransId="{142556D1-188A-4412-B2E8-D1806E1D030D}"/>
    <dgm:cxn modelId="{69947255-7D6E-46BE-9281-7C0AAFB881D0}" type="presOf" srcId="{24422DD5-2DE3-4083-B8C3-958C706514D4}" destId="{B3DF417C-FD4F-4288-AA51-AC17670A6327}" srcOrd="0" destOrd="0" presId="urn:microsoft.com/office/officeart/2005/8/layout/hProcess4"/>
    <dgm:cxn modelId="{16ECB175-5EBC-435A-9F1B-6AB2F04A632B}" type="presOf" srcId="{17784132-59D5-4C33-932A-E180F95FDC00}" destId="{ED7BEF33-76C9-4199-8C41-3440926174A1}" srcOrd="1" destOrd="1" presId="urn:microsoft.com/office/officeart/2005/8/layout/hProcess4"/>
    <dgm:cxn modelId="{6F81C075-224F-4017-9230-D9D5D0547F78}" srcId="{DEC0D407-BA12-47D3-A9B8-61CFC74EBD45}" destId="{F37FFAA8-2074-48BE-8596-D6B81CE1A9EB}" srcOrd="0" destOrd="0" parTransId="{A0B9D939-8807-40D5-B464-09C41F7F75C6}" sibTransId="{33081F4D-D578-40B2-A80D-11FC78A76319}"/>
    <dgm:cxn modelId="{6AE18D57-F0F0-4F55-AB4C-C93DB7B11B6E}" srcId="{272E8DB5-6AFA-4EB4-BE9D-77B5DD4D6F79}" destId="{3C7167F6-092C-4F46-AC9E-D0869A476CD6}" srcOrd="2" destOrd="0" parTransId="{6BCC6A36-D9F4-4FCA-948B-2BC6CEF2DD67}" sibTransId="{30282220-E8B2-437D-BC83-9F4C5ADBC093}"/>
    <dgm:cxn modelId="{24E88088-DEE6-4C6D-82A1-B5118AEE3227}" type="presOf" srcId="{70BC865B-C754-47E7-9C95-45FA3F547849}" destId="{B3DF417C-FD4F-4288-AA51-AC17670A6327}" srcOrd="0" destOrd="1" presId="urn:microsoft.com/office/officeart/2005/8/layout/hProcess4"/>
    <dgm:cxn modelId="{57375589-1128-4137-B3E8-2C9A2AEFCC02}" type="presOf" srcId="{DC17ECE3-F96E-4998-95A4-7F158903A8E4}" destId="{F820C52E-1295-45F4-BCA4-21928C59AA14}" srcOrd="0" destOrd="0" presId="urn:microsoft.com/office/officeart/2005/8/layout/hProcess4"/>
    <dgm:cxn modelId="{C5897689-10F6-4833-877C-F93D243D3E62}" type="presOf" srcId="{CD116973-6C8D-471F-A743-3C1E7AA6070B}" destId="{A84570E4-95FA-4AB7-9E43-2E160CE11752}" srcOrd="1" destOrd="1" presId="urn:microsoft.com/office/officeart/2005/8/layout/hProcess4"/>
    <dgm:cxn modelId="{6AE94A8A-F74D-4443-A5DB-15F69D26FDCA}" type="presOf" srcId="{24422DD5-2DE3-4083-B8C3-958C706514D4}" destId="{DD91BADF-5D02-4E8E-9321-BCE6E0D5B0EA}" srcOrd="1" destOrd="0" presId="urn:microsoft.com/office/officeart/2005/8/layout/hProcess4"/>
    <dgm:cxn modelId="{4CB1B28C-73EB-4766-A98A-E94BDDD39444}" type="presOf" srcId="{82DF0AFC-6AE5-4067-B18C-82A2DAC44FFC}" destId="{C4B1FE59-B5F6-4D42-A7C6-8E76A961E143}" srcOrd="0" destOrd="2" presId="urn:microsoft.com/office/officeart/2005/8/layout/hProcess4"/>
    <dgm:cxn modelId="{8D35258F-F264-46A4-8246-50C62A7B8600}" type="presOf" srcId="{47BF8AA0-93AF-4447-8C6A-B2EADD068643}" destId="{28CC1086-494F-4121-A5EA-87975AE7FBCC}" srcOrd="0" destOrd="0" presId="urn:microsoft.com/office/officeart/2005/8/layout/hProcess4"/>
    <dgm:cxn modelId="{94E26396-9CDF-424F-BFFB-705ECB25263F}" type="presOf" srcId="{DEC0D407-BA12-47D3-A9B8-61CFC74EBD45}" destId="{5460FA6C-379C-4E33-8F4F-96ADFA14D86B}" srcOrd="0" destOrd="0" presId="urn:microsoft.com/office/officeart/2005/8/layout/hProcess4"/>
    <dgm:cxn modelId="{FC2E7899-83B2-402F-8C39-5210864C5740}" type="presOf" srcId="{17784132-59D5-4C33-932A-E180F95FDC00}" destId="{D935A9BF-0B26-4B40-B951-F0697363F332}" srcOrd="0" destOrd="1" presId="urn:microsoft.com/office/officeart/2005/8/layout/hProcess4"/>
    <dgm:cxn modelId="{A91F5C9B-3F44-4AD1-B44B-38413D7D679A}" type="presOf" srcId="{78341FCD-D452-43F4-8F86-F63924F73A72}" destId="{9E0031F3-B52B-4577-AC5B-4DE3EA8C91B0}" srcOrd="1" destOrd="1" presId="urn:microsoft.com/office/officeart/2005/8/layout/hProcess4"/>
    <dgm:cxn modelId="{30B0C79C-2F27-49F7-AE57-10BC01231015}" type="presOf" srcId="{E9A119F7-CCC4-4468-AFFB-1D115B73B4D5}" destId="{408352B4-5613-449A-9A3D-BF753BE292F4}" srcOrd="0" destOrd="0" presId="urn:microsoft.com/office/officeart/2005/8/layout/hProcess4"/>
    <dgm:cxn modelId="{9B1C54A4-A246-45A2-BC97-5E6CFEBD217E}" type="presOf" srcId="{69A71F42-18E8-4F78-8E7C-02A4EA0F5BE9}" destId="{ED7BEF33-76C9-4199-8C41-3440926174A1}" srcOrd="1" destOrd="2" presId="urn:microsoft.com/office/officeart/2005/8/layout/hProcess4"/>
    <dgm:cxn modelId="{983E9FA7-4BE6-46C3-B792-41E6304F5943}" type="presOf" srcId="{6CF65D1B-23D7-409E-BFD6-E3EA1544444E}" destId="{C4B1FE59-B5F6-4D42-A7C6-8E76A961E143}" srcOrd="0" destOrd="1" presId="urn:microsoft.com/office/officeart/2005/8/layout/hProcess4"/>
    <dgm:cxn modelId="{44F35FAB-5115-4023-B8D8-F5F445681C9F}" type="presOf" srcId="{53115864-B21B-4F72-B769-0F0E20247CE2}" destId="{F00D09D8-DB39-4C17-AC97-4378B34DF44C}" srcOrd="0" destOrd="0" presId="urn:microsoft.com/office/officeart/2005/8/layout/hProcess4"/>
    <dgm:cxn modelId="{B196D5AC-E6CE-4457-A7F1-8393D384AE3F}" type="presOf" srcId="{B5C5CA7B-3F3D-49F3-8D92-9728F67C0547}" destId="{071B3610-BCB0-488F-9DD1-AB0C2857F4A0}" srcOrd="0" destOrd="0" presId="urn:microsoft.com/office/officeart/2005/8/layout/hProcess4"/>
    <dgm:cxn modelId="{7DB453BE-2776-4EDC-AC77-8839300B0E10}" type="presOf" srcId="{DB15F75A-BBA5-4D6B-98DC-E08BC2211D7C}" destId="{0A36EF1A-3160-44B3-A736-9FA4CF023426}" srcOrd="0" destOrd="0" presId="urn:microsoft.com/office/officeart/2005/8/layout/hProcess4"/>
    <dgm:cxn modelId="{F3B0D4D0-3CBC-495F-8B14-F703ADDAB951}" srcId="{E9A119F7-CCC4-4468-AFFB-1D115B73B4D5}" destId="{DEC0D407-BA12-47D3-A9B8-61CFC74EBD45}" srcOrd="0" destOrd="0" parTransId="{36BDDEC6-D8B8-43A2-B341-8337EB0095AA}" sibTransId="{47BF8AA0-93AF-4447-8C6A-B2EADD068643}"/>
    <dgm:cxn modelId="{8D6BDCD3-C59C-4CDA-BCA4-E09DF4E2D37C}" srcId="{75E40FD6-BC2E-49B2-B3F9-22AD03915567}" destId="{F3BA04D1-F3C2-43F9-AC44-B9F23D6993CD}" srcOrd="0" destOrd="0" parTransId="{F799311D-3FC0-493C-BC2F-EEB25E8519C8}" sibTransId="{0FA563F1-DB93-4AFF-B500-281E813BAC7A}"/>
    <dgm:cxn modelId="{8B9058D7-E840-4132-A3B8-FD4641DAE0EC}" srcId="{272E8DB5-6AFA-4EB4-BE9D-77B5DD4D6F79}" destId="{CD116973-6C8D-471F-A743-3C1E7AA6070B}" srcOrd="1" destOrd="0" parTransId="{A1A6887D-0A2C-429B-8171-1F9812325D90}" sibTransId="{8EBD5805-193B-4BD7-A8CC-251E2DBC0806}"/>
    <dgm:cxn modelId="{82EB02DA-CF8E-4127-BB9E-D710DA3EDD00}" srcId="{E9A119F7-CCC4-4468-AFFB-1D115B73B4D5}" destId="{DB15F75A-BBA5-4D6B-98DC-E08BC2211D7C}" srcOrd="4" destOrd="0" parTransId="{B3F9A772-2677-4B7B-B8F0-F63D57A9CD6E}" sibTransId="{6C332476-E55C-417B-BF60-F7DA23FE7B49}"/>
    <dgm:cxn modelId="{8D90D3DA-C833-483E-A6A3-F5934E96A534}" srcId="{E9A119F7-CCC4-4468-AFFB-1D115B73B4D5}" destId="{DC17ECE3-F96E-4998-95A4-7F158903A8E4}" srcOrd="3" destOrd="0" parTransId="{DA441ACC-8E55-4412-B4A4-063AC055E7D8}" sibTransId="{B5C5CA7B-3F3D-49F3-8D92-9728F67C0547}"/>
    <dgm:cxn modelId="{178DD9DA-B534-4FCA-B150-8A75D24BDD1D}" type="presOf" srcId="{D930A379-F2D3-40D6-8613-097E2CEDBC19}" destId="{9E0031F3-B52B-4577-AC5B-4DE3EA8C91B0}" srcOrd="1" destOrd="0" presId="urn:microsoft.com/office/officeart/2005/8/layout/hProcess4"/>
    <dgm:cxn modelId="{2E2089DB-B657-46F6-BA30-BF802E7C973A}" type="presOf" srcId="{53115864-B21B-4F72-B769-0F0E20247CE2}" destId="{A84570E4-95FA-4AB7-9E43-2E160CE11752}" srcOrd="1" destOrd="0" presId="urn:microsoft.com/office/officeart/2005/8/layout/hProcess4"/>
    <dgm:cxn modelId="{891209E6-5435-4D18-9C20-F509A88F07AA}" type="presOf" srcId="{15708B8B-85F0-4E5C-9A9A-95D133BEFEBA}" destId="{02E7E194-52D3-4DE7-9C12-84DCB55D5948}" srcOrd="0" destOrd="0" presId="urn:microsoft.com/office/officeart/2005/8/layout/hProcess4"/>
    <dgm:cxn modelId="{3DDB43EB-166F-484D-A348-1FCF492DDC27}" type="presOf" srcId="{75E40FD6-BC2E-49B2-B3F9-22AD03915567}" destId="{25573098-53C2-48F1-B70C-B8F268EFC447}" srcOrd="0" destOrd="0" presId="urn:microsoft.com/office/officeart/2005/8/layout/hProcess4"/>
    <dgm:cxn modelId="{5E7E1EEE-D769-4D79-BC10-41006A99595B}" type="presOf" srcId="{F37FFAA8-2074-48BE-8596-D6B81CE1A9EB}" destId="{ED7BEF33-76C9-4199-8C41-3440926174A1}" srcOrd="1" destOrd="0" presId="urn:microsoft.com/office/officeart/2005/8/layout/hProcess4"/>
    <dgm:cxn modelId="{140F18F2-BE81-4C42-86FE-529E2D39F9B8}" type="presOf" srcId="{78341FCD-D452-43F4-8F86-F63924F73A72}" destId="{958CFACF-537C-4C20-B542-3D1FB317DA1D}" srcOrd="0" destOrd="1" presId="urn:microsoft.com/office/officeart/2005/8/layout/hProcess4"/>
    <dgm:cxn modelId="{8018E5FC-4D26-4FBB-B600-E81BAD509C04}" srcId="{DB15F75A-BBA5-4D6B-98DC-E08BC2211D7C}" destId="{24422DD5-2DE3-4083-B8C3-958C706514D4}" srcOrd="0" destOrd="0" parTransId="{B4658D67-455E-4368-B9E8-4D9ED08499B8}" sibTransId="{59D91AAC-4B6A-4E2E-95FC-B774825C90EE}"/>
    <dgm:cxn modelId="{D153F5FB-1892-4A08-9AC6-B2533D261AEB}" type="presParOf" srcId="{408352B4-5613-449A-9A3D-BF753BE292F4}" destId="{22D6AAC1-B6BC-433D-AE60-E4BE80B9937E}" srcOrd="0" destOrd="0" presId="urn:microsoft.com/office/officeart/2005/8/layout/hProcess4"/>
    <dgm:cxn modelId="{8993D5DE-8B34-4E26-AA64-809A20CACB67}" type="presParOf" srcId="{408352B4-5613-449A-9A3D-BF753BE292F4}" destId="{F87AC3F9-BBE0-40E3-AF61-7B3C2670F948}" srcOrd="1" destOrd="0" presId="urn:microsoft.com/office/officeart/2005/8/layout/hProcess4"/>
    <dgm:cxn modelId="{82165B8A-6E0B-4412-9056-20517B94E900}" type="presParOf" srcId="{408352B4-5613-449A-9A3D-BF753BE292F4}" destId="{023E2955-DF78-405B-8B56-3D9A659506BF}" srcOrd="2" destOrd="0" presId="urn:microsoft.com/office/officeart/2005/8/layout/hProcess4"/>
    <dgm:cxn modelId="{279EBACF-959F-40E6-AD8E-98D4894A7815}" type="presParOf" srcId="{023E2955-DF78-405B-8B56-3D9A659506BF}" destId="{C1EF1694-E92B-4E62-A07E-25DB0C82E35C}" srcOrd="0" destOrd="0" presId="urn:microsoft.com/office/officeart/2005/8/layout/hProcess4"/>
    <dgm:cxn modelId="{10FED338-24A5-4C85-BA32-EF77B34F397B}" type="presParOf" srcId="{C1EF1694-E92B-4E62-A07E-25DB0C82E35C}" destId="{2346605C-BCE7-46E6-ABEC-06AD1AA61630}" srcOrd="0" destOrd="0" presId="urn:microsoft.com/office/officeart/2005/8/layout/hProcess4"/>
    <dgm:cxn modelId="{96007E28-6BEE-4941-85FB-C747617ABFE2}" type="presParOf" srcId="{C1EF1694-E92B-4E62-A07E-25DB0C82E35C}" destId="{D935A9BF-0B26-4B40-B951-F0697363F332}" srcOrd="1" destOrd="0" presId="urn:microsoft.com/office/officeart/2005/8/layout/hProcess4"/>
    <dgm:cxn modelId="{48D3BB63-BEF6-4746-A354-751E006C702F}" type="presParOf" srcId="{C1EF1694-E92B-4E62-A07E-25DB0C82E35C}" destId="{ED7BEF33-76C9-4199-8C41-3440926174A1}" srcOrd="2" destOrd="0" presId="urn:microsoft.com/office/officeart/2005/8/layout/hProcess4"/>
    <dgm:cxn modelId="{228D1875-7327-48EF-9EB3-D98E7209CBA4}" type="presParOf" srcId="{C1EF1694-E92B-4E62-A07E-25DB0C82E35C}" destId="{5460FA6C-379C-4E33-8F4F-96ADFA14D86B}" srcOrd="3" destOrd="0" presId="urn:microsoft.com/office/officeart/2005/8/layout/hProcess4"/>
    <dgm:cxn modelId="{516360CC-4633-4302-A378-837E68E7A0C9}" type="presParOf" srcId="{C1EF1694-E92B-4E62-A07E-25DB0C82E35C}" destId="{EAD2FEBE-F823-4A88-B3EF-96F68E2794B7}" srcOrd="4" destOrd="0" presId="urn:microsoft.com/office/officeart/2005/8/layout/hProcess4"/>
    <dgm:cxn modelId="{70C61742-A2A3-4C81-B939-CE349F86ECA8}" type="presParOf" srcId="{023E2955-DF78-405B-8B56-3D9A659506BF}" destId="{28CC1086-494F-4121-A5EA-87975AE7FBCC}" srcOrd="1" destOrd="0" presId="urn:microsoft.com/office/officeart/2005/8/layout/hProcess4"/>
    <dgm:cxn modelId="{AE3CF35C-BAF8-4EFC-9FE4-55DC06F968CF}" type="presParOf" srcId="{023E2955-DF78-405B-8B56-3D9A659506BF}" destId="{854D5D69-E9BC-43B1-9E26-AC817FB45319}" srcOrd="2" destOrd="0" presId="urn:microsoft.com/office/officeart/2005/8/layout/hProcess4"/>
    <dgm:cxn modelId="{BDC4E98D-02F1-4EEC-BA37-3E8CCEB2F655}" type="presParOf" srcId="{854D5D69-E9BC-43B1-9E26-AC817FB45319}" destId="{A311C69B-2EA0-4F18-B88F-76A19A0C3243}" srcOrd="0" destOrd="0" presId="urn:microsoft.com/office/officeart/2005/8/layout/hProcess4"/>
    <dgm:cxn modelId="{03850F4D-8C13-48DB-BA26-5002E197514C}" type="presParOf" srcId="{854D5D69-E9BC-43B1-9E26-AC817FB45319}" destId="{C4B1FE59-B5F6-4D42-A7C6-8E76A961E143}" srcOrd="1" destOrd="0" presId="urn:microsoft.com/office/officeart/2005/8/layout/hProcess4"/>
    <dgm:cxn modelId="{D9009257-F906-4B85-B854-5B05BF1D88CC}" type="presParOf" srcId="{854D5D69-E9BC-43B1-9E26-AC817FB45319}" destId="{FBB07CDB-5125-40F0-9862-9BCBB67BEBEE}" srcOrd="2" destOrd="0" presId="urn:microsoft.com/office/officeart/2005/8/layout/hProcess4"/>
    <dgm:cxn modelId="{2C659961-DF49-4369-94D8-582394892308}" type="presParOf" srcId="{854D5D69-E9BC-43B1-9E26-AC817FB45319}" destId="{25573098-53C2-48F1-B70C-B8F268EFC447}" srcOrd="3" destOrd="0" presId="urn:microsoft.com/office/officeart/2005/8/layout/hProcess4"/>
    <dgm:cxn modelId="{0F0D20BE-8F3D-4BD0-B1D0-ABCDDAFE19CF}" type="presParOf" srcId="{854D5D69-E9BC-43B1-9E26-AC817FB45319}" destId="{E4EFB87C-2BE0-4B3F-A869-F357CFB0B583}" srcOrd="4" destOrd="0" presId="urn:microsoft.com/office/officeart/2005/8/layout/hProcess4"/>
    <dgm:cxn modelId="{226AA16A-9277-4ECF-841B-8CCFF3A15B3D}" type="presParOf" srcId="{023E2955-DF78-405B-8B56-3D9A659506BF}" destId="{02E7E194-52D3-4DE7-9C12-84DCB55D5948}" srcOrd="3" destOrd="0" presId="urn:microsoft.com/office/officeart/2005/8/layout/hProcess4"/>
    <dgm:cxn modelId="{1EEFFF00-2FCB-460F-8980-96B8FB6AF5C4}" type="presParOf" srcId="{023E2955-DF78-405B-8B56-3D9A659506BF}" destId="{F24D14AF-B8A7-4543-BA02-BD8F73DE088B}" srcOrd="4" destOrd="0" presId="urn:microsoft.com/office/officeart/2005/8/layout/hProcess4"/>
    <dgm:cxn modelId="{5A36603D-30AB-45D8-BD31-22499ECFB34B}" type="presParOf" srcId="{F24D14AF-B8A7-4543-BA02-BD8F73DE088B}" destId="{2C55E5D0-8285-4066-B50F-9D9571F5A458}" srcOrd="0" destOrd="0" presId="urn:microsoft.com/office/officeart/2005/8/layout/hProcess4"/>
    <dgm:cxn modelId="{ED36FE08-2327-4C25-B6B6-0DEA26DD79BB}" type="presParOf" srcId="{F24D14AF-B8A7-4543-BA02-BD8F73DE088B}" destId="{F00D09D8-DB39-4C17-AC97-4378B34DF44C}" srcOrd="1" destOrd="0" presId="urn:microsoft.com/office/officeart/2005/8/layout/hProcess4"/>
    <dgm:cxn modelId="{D0BDB355-A77A-4A18-BDD5-16D957A21BE5}" type="presParOf" srcId="{F24D14AF-B8A7-4543-BA02-BD8F73DE088B}" destId="{A84570E4-95FA-4AB7-9E43-2E160CE11752}" srcOrd="2" destOrd="0" presId="urn:microsoft.com/office/officeart/2005/8/layout/hProcess4"/>
    <dgm:cxn modelId="{235ACF39-9E16-4B5A-99C7-B5CE68C1D988}" type="presParOf" srcId="{F24D14AF-B8A7-4543-BA02-BD8F73DE088B}" destId="{895547F2-92A5-4DDD-BF1F-45627381A688}" srcOrd="3" destOrd="0" presId="urn:microsoft.com/office/officeart/2005/8/layout/hProcess4"/>
    <dgm:cxn modelId="{AC3446B5-C430-4B63-88CE-83FD6B03BB05}" type="presParOf" srcId="{F24D14AF-B8A7-4543-BA02-BD8F73DE088B}" destId="{7AAB0882-BDC5-4A56-8F5F-003E9E52B3E7}" srcOrd="4" destOrd="0" presId="urn:microsoft.com/office/officeart/2005/8/layout/hProcess4"/>
    <dgm:cxn modelId="{CB743EAF-673B-4BA2-A2AF-D9C6640E4D34}" type="presParOf" srcId="{023E2955-DF78-405B-8B56-3D9A659506BF}" destId="{00DA23C2-D81A-469D-85AE-4616557F0324}" srcOrd="5" destOrd="0" presId="urn:microsoft.com/office/officeart/2005/8/layout/hProcess4"/>
    <dgm:cxn modelId="{9D6BC220-4E64-45B7-9142-1402E531E458}" type="presParOf" srcId="{023E2955-DF78-405B-8B56-3D9A659506BF}" destId="{DBC7D0A2-FAC0-4004-9FE0-975FA66D390F}" srcOrd="6" destOrd="0" presId="urn:microsoft.com/office/officeart/2005/8/layout/hProcess4"/>
    <dgm:cxn modelId="{9D87D923-8E00-4CD6-AAED-3241759CD23B}" type="presParOf" srcId="{DBC7D0A2-FAC0-4004-9FE0-975FA66D390F}" destId="{A67F4009-A6B8-4B22-8659-3E7AD0E05DF3}" srcOrd="0" destOrd="0" presId="urn:microsoft.com/office/officeart/2005/8/layout/hProcess4"/>
    <dgm:cxn modelId="{603A5F99-9E6F-4B1A-A525-F27A8D52A8E6}" type="presParOf" srcId="{DBC7D0A2-FAC0-4004-9FE0-975FA66D390F}" destId="{958CFACF-537C-4C20-B542-3D1FB317DA1D}" srcOrd="1" destOrd="0" presId="urn:microsoft.com/office/officeart/2005/8/layout/hProcess4"/>
    <dgm:cxn modelId="{53D1A764-98F0-4909-A9BA-79E35A0598ED}" type="presParOf" srcId="{DBC7D0A2-FAC0-4004-9FE0-975FA66D390F}" destId="{9E0031F3-B52B-4577-AC5B-4DE3EA8C91B0}" srcOrd="2" destOrd="0" presId="urn:microsoft.com/office/officeart/2005/8/layout/hProcess4"/>
    <dgm:cxn modelId="{8B87BDAD-AC1B-42E4-A6E3-234F898002B2}" type="presParOf" srcId="{DBC7D0A2-FAC0-4004-9FE0-975FA66D390F}" destId="{F820C52E-1295-45F4-BCA4-21928C59AA14}" srcOrd="3" destOrd="0" presId="urn:microsoft.com/office/officeart/2005/8/layout/hProcess4"/>
    <dgm:cxn modelId="{B2F2D697-16AC-4A78-8A16-E70CD8E7BF1F}" type="presParOf" srcId="{DBC7D0A2-FAC0-4004-9FE0-975FA66D390F}" destId="{763BB0B7-B292-4FB8-A8BC-3872908412FF}" srcOrd="4" destOrd="0" presId="urn:microsoft.com/office/officeart/2005/8/layout/hProcess4"/>
    <dgm:cxn modelId="{B0C15CAF-3F34-41D8-B835-46A4E6278BCC}" type="presParOf" srcId="{023E2955-DF78-405B-8B56-3D9A659506BF}" destId="{071B3610-BCB0-488F-9DD1-AB0C2857F4A0}" srcOrd="7" destOrd="0" presId="urn:microsoft.com/office/officeart/2005/8/layout/hProcess4"/>
    <dgm:cxn modelId="{040885EA-858E-4043-9C4F-31C7015A49E8}" type="presParOf" srcId="{023E2955-DF78-405B-8B56-3D9A659506BF}" destId="{F63ED76D-9A71-4652-A54D-D760C67642B1}" srcOrd="8" destOrd="0" presId="urn:microsoft.com/office/officeart/2005/8/layout/hProcess4"/>
    <dgm:cxn modelId="{0B9F539B-0B0A-4E9C-BA0A-E99DC288C48E}" type="presParOf" srcId="{F63ED76D-9A71-4652-A54D-D760C67642B1}" destId="{918605BB-C3C5-40A3-B4F5-FB7BE0259A1F}" srcOrd="0" destOrd="0" presId="urn:microsoft.com/office/officeart/2005/8/layout/hProcess4"/>
    <dgm:cxn modelId="{8CAD7B1F-7575-4631-BC18-5DF23026500F}" type="presParOf" srcId="{F63ED76D-9A71-4652-A54D-D760C67642B1}" destId="{B3DF417C-FD4F-4288-AA51-AC17670A6327}" srcOrd="1" destOrd="0" presId="urn:microsoft.com/office/officeart/2005/8/layout/hProcess4"/>
    <dgm:cxn modelId="{2EDA4C2D-278D-4D17-8B11-52DEDD8D48FF}" type="presParOf" srcId="{F63ED76D-9A71-4652-A54D-D760C67642B1}" destId="{DD91BADF-5D02-4E8E-9321-BCE6E0D5B0EA}" srcOrd="2" destOrd="0" presId="urn:microsoft.com/office/officeart/2005/8/layout/hProcess4"/>
    <dgm:cxn modelId="{106C5A42-6DA4-4CCC-AA46-96C633475D0A}" type="presParOf" srcId="{F63ED76D-9A71-4652-A54D-D760C67642B1}" destId="{0A36EF1A-3160-44B3-A736-9FA4CF023426}" srcOrd="3" destOrd="0" presId="urn:microsoft.com/office/officeart/2005/8/layout/hProcess4"/>
    <dgm:cxn modelId="{B1884895-7BF2-4097-B08F-E8049519C422}" type="presParOf" srcId="{F63ED76D-9A71-4652-A54D-D760C67642B1}" destId="{21DA11D7-0F0D-424D-AC53-8A53F96F0EC5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C28C73F-BB74-4C04-A739-A829A39AF541}" type="doc">
      <dgm:prSet loTypeId="urn:microsoft.com/office/officeart/2005/8/layout/pyramid2" loCatId="list" qsTypeId="urn:microsoft.com/office/officeart/2005/8/quickstyle/simple1#3" qsCatId="simple" csTypeId="urn:microsoft.com/office/officeart/2005/8/colors/accent1_2#3" csCatId="accent1" phldr="1"/>
      <dgm:spPr/>
      <dgm:t>
        <a:bodyPr/>
        <a:lstStyle/>
        <a:p>
          <a:endParaRPr lang="en-US"/>
        </a:p>
      </dgm:t>
    </dgm:pt>
    <dgm:pt modelId="{AF8C6533-6B12-49C6-8620-CC677C915AF0}">
      <dgm:prSet phldrT="[Text]" phldr="0" custT="1"/>
      <dgm:spPr/>
      <dgm:t>
        <a:bodyPr/>
        <a:lstStyle/>
        <a:p>
          <a:pPr algn="ctr"/>
          <a:r>
            <a:rPr lang="en-US" sz="1400" dirty="0"/>
            <a:t>Lot of </a:t>
          </a:r>
          <a:r>
            <a:rPr lang="en-US" sz="1400" dirty="0">
              <a:solidFill>
                <a:srgbClr val="FF0000"/>
              </a:solidFill>
            </a:rPr>
            <a:t>Manual Efforts</a:t>
          </a:r>
          <a:r>
            <a:rPr lang="en-US" sz="1400" dirty="0"/>
            <a:t> to create &amp; validate Dashboard ready files</a:t>
          </a:r>
        </a:p>
      </dgm:t>
    </dgm:pt>
    <dgm:pt modelId="{20CF7A1C-007F-4337-9765-5179133AB60D}" type="parTrans" cxnId="{7AF057EF-6704-44BF-820E-C4952CFC984F}">
      <dgm:prSet/>
      <dgm:spPr/>
      <dgm:t>
        <a:bodyPr/>
        <a:lstStyle/>
        <a:p>
          <a:endParaRPr lang="en-US"/>
        </a:p>
      </dgm:t>
    </dgm:pt>
    <dgm:pt modelId="{8C310876-CCFB-4E74-901C-EB195ECE2616}" type="sibTrans" cxnId="{7AF057EF-6704-44BF-820E-C4952CFC984F}">
      <dgm:prSet/>
      <dgm:spPr/>
      <dgm:t>
        <a:bodyPr/>
        <a:lstStyle/>
        <a:p>
          <a:endParaRPr lang="en-US"/>
        </a:p>
      </dgm:t>
    </dgm:pt>
    <dgm:pt modelId="{3DA18581-DEBC-49C2-AB03-B4A8498E3655}">
      <dgm:prSet phldrT="[Text]" phldr="0" custT="1"/>
      <dgm:spPr/>
      <dgm:t>
        <a:bodyPr/>
        <a:lstStyle/>
        <a:p>
          <a:pPr algn="ctr"/>
          <a:r>
            <a:rPr lang="en-US" sz="1400" dirty="0"/>
            <a:t>High Chances of </a:t>
          </a:r>
          <a:r>
            <a:rPr lang="en-US" sz="1400" dirty="0">
              <a:solidFill>
                <a:srgbClr val="FF0000"/>
              </a:solidFill>
            </a:rPr>
            <a:t>Human Error</a:t>
          </a:r>
          <a:endParaRPr lang="en-US" sz="1400" dirty="0"/>
        </a:p>
      </dgm:t>
    </dgm:pt>
    <dgm:pt modelId="{76675473-2040-4C18-9179-E2C029869E3F}" type="parTrans" cxnId="{80666901-F7BF-4F6D-9796-EB9413DB8621}">
      <dgm:prSet/>
      <dgm:spPr/>
      <dgm:t>
        <a:bodyPr/>
        <a:lstStyle/>
        <a:p>
          <a:endParaRPr lang="en-US"/>
        </a:p>
      </dgm:t>
    </dgm:pt>
    <dgm:pt modelId="{3FCD6608-1BD8-4E27-930B-56179A7C4F8D}" type="sibTrans" cxnId="{80666901-F7BF-4F6D-9796-EB9413DB8621}">
      <dgm:prSet/>
      <dgm:spPr/>
      <dgm:t>
        <a:bodyPr/>
        <a:lstStyle/>
        <a:p>
          <a:endParaRPr lang="en-US"/>
        </a:p>
      </dgm:t>
    </dgm:pt>
    <dgm:pt modelId="{8D1057AC-196E-4732-AC14-989BEBEDE8FB}">
      <dgm:prSet phldrT="[Text]" phldr="0" custT="1"/>
      <dgm:spPr/>
      <dgm:t>
        <a:bodyPr/>
        <a:lstStyle/>
        <a:p>
          <a:pPr algn="ctr"/>
          <a:r>
            <a:rPr lang="en-US" sz="1400" dirty="0"/>
            <a:t>Risk in </a:t>
          </a:r>
          <a:r>
            <a:rPr lang="en-US" sz="1400" dirty="0">
              <a:solidFill>
                <a:srgbClr val="FF0000"/>
              </a:solidFill>
            </a:rPr>
            <a:t>manual validation </a:t>
          </a:r>
          <a:r>
            <a:rPr lang="en-US" sz="1400" dirty="0"/>
            <a:t>as </a:t>
          </a:r>
          <a:r>
            <a:rPr lang="en-US" sz="1400" dirty="0">
              <a:solidFill>
                <a:srgbClr val="FF0000"/>
              </a:solidFill>
            </a:rPr>
            <a:t>multiple </a:t>
          </a:r>
          <a:r>
            <a:rPr lang="en-US" sz="1400" dirty="0"/>
            <a:t>steps are involved</a:t>
          </a:r>
        </a:p>
      </dgm:t>
    </dgm:pt>
    <dgm:pt modelId="{3AA4D4C3-FBF2-4826-B001-647EC50D1F30}" type="parTrans" cxnId="{079EC76F-84A9-4D93-BA41-FCD52C3EED53}">
      <dgm:prSet/>
      <dgm:spPr/>
      <dgm:t>
        <a:bodyPr/>
        <a:lstStyle/>
        <a:p>
          <a:endParaRPr lang="en-US"/>
        </a:p>
      </dgm:t>
    </dgm:pt>
    <dgm:pt modelId="{6D8CE6C5-5300-4550-B71D-9008AD60B96D}" type="sibTrans" cxnId="{079EC76F-84A9-4D93-BA41-FCD52C3EED53}">
      <dgm:prSet/>
      <dgm:spPr/>
      <dgm:t>
        <a:bodyPr/>
        <a:lstStyle/>
        <a:p>
          <a:endParaRPr lang="en-US"/>
        </a:p>
      </dgm:t>
    </dgm:pt>
    <dgm:pt modelId="{095E56D9-7802-408C-BC0B-9245B41D36B8}">
      <dgm:prSet custT="1"/>
      <dgm:spPr/>
      <dgm:t>
        <a:bodyPr/>
        <a:lstStyle/>
        <a:p>
          <a:r>
            <a:rPr lang="en-US" sz="1400" dirty="0"/>
            <a:t>Chances of </a:t>
          </a:r>
          <a:r>
            <a:rPr lang="en-US" sz="1400" dirty="0">
              <a:solidFill>
                <a:srgbClr val="FF0000"/>
              </a:solidFill>
            </a:rPr>
            <a:t>wrong formatting, size &amp; naming convention</a:t>
          </a:r>
          <a:r>
            <a:rPr lang="en-US" sz="1400" dirty="0"/>
            <a:t> of files  </a:t>
          </a:r>
        </a:p>
      </dgm:t>
    </dgm:pt>
    <dgm:pt modelId="{54F5D4CB-F50B-406A-9164-A1FE8CEC5B1D}" type="parTrans" cxnId="{B0B64FD6-40FC-4634-A089-89F81893757F}">
      <dgm:prSet/>
      <dgm:spPr/>
      <dgm:t>
        <a:bodyPr/>
        <a:lstStyle/>
        <a:p>
          <a:endParaRPr lang="en-US"/>
        </a:p>
      </dgm:t>
    </dgm:pt>
    <dgm:pt modelId="{EAAA8FCE-78B3-42DA-A9AA-B83F57128094}" type="sibTrans" cxnId="{B0B64FD6-40FC-4634-A089-89F81893757F}">
      <dgm:prSet/>
      <dgm:spPr/>
      <dgm:t>
        <a:bodyPr/>
        <a:lstStyle/>
        <a:p>
          <a:endParaRPr lang="en-US"/>
        </a:p>
      </dgm:t>
    </dgm:pt>
    <dgm:pt modelId="{16E342C8-AD0C-4AB0-82D2-9C66394DBD53}">
      <dgm:prSet custT="1"/>
      <dgm:spPr/>
      <dgm:t>
        <a:bodyPr/>
        <a:lstStyle/>
        <a:p>
          <a:r>
            <a:rPr lang="en-US" sz="1400" dirty="0"/>
            <a:t>Dependency on Power BI dashboard to see activation %</a:t>
          </a:r>
        </a:p>
      </dgm:t>
    </dgm:pt>
    <dgm:pt modelId="{651572C3-AEC8-4F53-8827-25724908452E}" type="parTrans" cxnId="{B7F38484-B4EE-4300-9697-0366F1C75C0F}">
      <dgm:prSet/>
      <dgm:spPr/>
      <dgm:t>
        <a:bodyPr/>
        <a:lstStyle/>
        <a:p>
          <a:endParaRPr lang="en-US"/>
        </a:p>
      </dgm:t>
    </dgm:pt>
    <dgm:pt modelId="{4C9551C9-DF04-410D-ADFF-0D3D84CAEE2F}" type="sibTrans" cxnId="{B7F38484-B4EE-4300-9697-0366F1C75C0F}">
      <dgm:prSet/>
      <dgm:spPr/>
      <dgm:t>
        <a:bodyPr/>
        <a:lstStyle/>
        <a:p>
          <a:endParaRPr lang="en-US"/>
        </a:p>
      </dgm:t>
    </dgm:pt>
    <dgm:pt modelId="{087C12F7-A739-48FE-8929-1346F71F013D}">
      <dgm:prSet custT="1"/>
      <dgm:spPr/>
      <dgm:t>
        <a:bodyPr/>
        <a:lstStyle/>
        <a:p>
          <a:r>
            <a:rPr lang="en-US" sz="1400" dirty="0">
              <a:solidFill>
                <a:srgbClr val="FF0000"/>
              </a:solidFill>
            </a:rPr>
            <a:t> Long and repetitive process </a:t>
          </a:r>
          <a:r>
            <a:rPr lang="en-US" sz="1400" dirty="0"/>
            <a:t>to follow </a:t>
          </a:r>
        </a:p>
      </dgm:t>
    </dgm:pt>
    <dgm:pt modelId="{8DC6C114-9D94-40EB-A8EF-2BAFEA119923}" type="parTrans" cxnId="{C6D16152-A2E0-4593-A920-4DD65EC94BC2}">
      <dgm:prSet/>
      <dgm:spPr/>
      <dgm:t>
        <a:bodyPr/>
        <a:lstStyle/>
        <a:p>
          <a:endParaRPr lang="en-US"/>
        </a:p>
      </dgm:t>
    </dgm:pt>
    <dgm:pt modelId="{0D831462-0745-418B-9D09-5DD5FCAF8177}" type="sibTrans" cxnId="{C6D16152-A2E0-4593-A920-4DD65EC94BC2}">
      <dgm:prSet/>
      <dgm:spPr/>
      <dgm:t>
        <a:bodyPr/>
        <a:lstStyle/>
        <a:p>
          <a:endParaRPr lang="en-US"/>
        </a:p>
      </dgm:t>
    </dgm:pt>
    <dgm:pt modelId="{5409CE49-F4D6-429B-8E4C-73781CA04726}">
      <dgm:prSet custT="1"/>
      <dgm:spPr/>
      <dgm:t>
        <a:bodyPr/>
        <a:lstStyle/>
        <a:p>
          <a:pPr algn="ctr"/>
          <a:r>
            <a:rPr lang="en-US" sz="1400" dirty="0"/>
            <a:t>Requires </a:t>
          </a:r>
          <a:r>
            <a:rPr lang="en-US" sz="1400" dirty="0">
              <a:solidFill>
                <a:srgbClr val="FF0000"/>
              </a:solidFill>
            </a:rPr>
            <a:t>more people </a:t>
          </a:r>
          <a:r>
            <a:rPr lang="en-US" sz="1400" dirty="0"/>
            <a:t>to complete task on time</a:t>
          </a:r>
        </a:p>
      </dgm:t>
    </dgm:pt>
    <dgm:pt modelId="{5C4B649E-CD05-4747-899F-3930A3B52598}" type="parTrans" cxnId="{A644EC86-ECDE-417D-9966-493D281DEBA1}">
      <dgm:prSet/>
      <dgm:spPr/>
      <dgm:t>
        <a:bodyPr/>
        <a:lstStyle/>
        <a:p>
          <a:endParaRPr lang="en-US"/>
        </a:p>
      </dgm:t>
    </dgm:pt>
    <dgm:pt modelId="{043E9DA9-38F4-4882-AC8A-1F6B89F6527E}" type="sibTrans" cxnId="{A644EC86-ECDE-417D-9966-493D281DEBA1}">
      <dgm:prSet/>
      <dgm:spPr/>
      <dgm:t>
        <a:bodyPr/>
        <a:lstStyle/>
        <a:p>
          <a:endParaRPr lang="en-US"/>
        </a:p>
      </dgm:t>
    </dgm:pt>
    <dgm:pt modelId="{7B16EFE9-4193-4729-AEC7-2491FA383DCA}" type="pres">
      <dgm:prSet presAssocID="{1C28C73F-BB74-4C04-A739-A829A39AF541}" presName="compositeShape" presStyleCnt="0">
        <dgm:presLayoutVars>
          <dgm:dir/>
          <dgm:resizeHandles/>
        </dgm:presLayoutVars>
      </dgm:prSet>
      <dgm:spPr/>
    </dgm:pt>
    <dgm:pt modelId="{34C86BAB-D81D-4A03-B71E-952D25C8B30D}" type="pres">
      <dgm:prSet presAssocID="{1C28C73F-BB74-4C04-A739-A829A39AF541}" presName="pyramid" presStyleLbl="node1" presStyleIdx="0" presStyleCnt="1" custScaleX="47865" custScaleY="83062"/>
      <dgm:spPr>
        <a:solidFill>
          <a:srgbClr val="096082"/>
        </a:solidFill>
        <a:ln>
          <a:solidFill>
            <a:schemeClr val="tx2">
              <a:lumMod val="50000"/>
              <a:lumOff val="50000"/>
            </a:schemeClr>
          </a:solidFill>
        </a:ln>
      </dgm:spPr>
    </dgm:pt>
    <dgm:pt modelId="{9BFB7D03-EA8E-45B5-AEE6-B9C6BD7197A1}" type="pres">
      <dgm:prSet presAssocID="{1C28C73F-BB74-4C04-A739-A829A39AF541}" presName="theList" presStyleCnt="0"/>
      <dgm:spPr/>
    </dgm:pt>
    <dgm:pt modelId="{2AD647E0-9F01-4E58-9CF7-B66B726C51F0}" type="pres">
      <dgm:prSet presAssocID="{AF8C6533-6B12-49C6-8620-CC677C915AF0}" presName="aNode" presStyleLbl="fgAcc1" presStyleIdx="0" presStyleCnt="7">
        <dgm:presLayoutVars>
          <dgm:bulletEnabled val="1"/>
        </dgm:presLayoutVars>
      </dgm:prSet>
      <dgm:spPr/>
    </dgm:pt>
    <dgm:pt modelId="{46BB2099-2DA3-4DF3-84F2-12E250B7717A}" type="pres">
      <dgm:prSet presAssocID="{AF8C6533-6B12-49C6-8620-CC677C915AF0}" presName="aSpace" presStyleCnt="0"/>
      <dgm:spPr/>
    </dgm:pt>
    <dgm:pt modelId="{7A3BDF14-9758-4619-AAEC-53A4949B5058}" type="pres">
      <dgm:prSet presAssocID="{3DA18581-DEBC-49C2-AB03-B4A8498E3655}" presName="aNode" presStyleLbl="fgAcc1" presStyleIdx="1" presStyleCnt="7">
        <dgm:presLayoutVars>
          <dgm:bulletEnabled val="1"/>
        </dgm:presLayoutVars>
      </dgm:prSet>
      <dgm:spPr/>
    </dgm:pt>
    <dgm:pt modelId="{8EDBD3A8-8CD0-46D1-B1F3-964308D19177}" type="pres">
      <dgm:prSet presAssocID="{3DA18581-DEBC-49C2-AB03-B4A8498E3655}" presName="aSpace" presStyleCnt="0"/>
      <dgm:spPr/>
    </dgm:pt>
    <dgm:pt modelId="{EDC9FDFD-0F98-4291-A748-53194BA86FBD}" type="pres">
      <dgm:prSet presAssocID="{8D1057AC-196E-4732-AC14-989BEBEDE8FB}" presName="aNode" presStyleLbl="fgAcc1" presStyleIdx="2" presStyleCnt="7">
        <dgm:presLayoutVars>
          <dgm:bulletEnabled val="1"/>
        </dgm:presLayoutVars>
      </dgm:prSet>
      <dgm:spPr/>
    </dgm:pt>
    <dgm:pt modelId="{BFB41E45-8C74-4F49-872F-5FDBCB266F2F}" type="pres">
      <dgm:prSet presAssocID="{8D1057AC-196E-4732-AC14-989BEBEDE8FB}" presName="aSpace" presStyleCnt="0"/>
      <dgm:spPr/>
    </dgm:pt>
    <dgm:pt modelId="{FA3E951F-7B46-49E6-BE70-AD3A404520BB}" type="pres">
      <dgm:prSet presAssocID="{5409CE49-F4D6-429B-8E4C-73781CA04726}" presName="aNode" presStyleLbl="fgAcc1" presStyleIdx="3" presStyleCnt="7">
        <dgm:presLayoutVars>
          <dgm:bulletEnabled val="1"/>
        </dgm:presLayoutVars>
      </dgm:prSet>
      <dgm:spPr/>
    </dgm:pt>
    <dgm:pt modelId="{2F847F8A-93AF-4F23-B679-B3615C936A64}" type="pres">
      <dgm:prSet presAssocID="{5409CE49-F4D6-429B-8E4C-73781CA04726}" presName="aSpace" presStyleCnt="0"/>
      <dgm:spPr/>
    </dgm:pt>
    <dgm:pt modelId="{F7D6FD2B-96C1-430A-85E4-17F671B12B1D}" type="pres">
      <dgm:prSet presAssocID="{095E56D9-7802-408C-BC0B-9245B41D36B8}" presName="aNode" presStyleLbl="fgAcc1" presStyleIdx="4" presStyleCnt="7">
        <dgm:presLayoutVars>
          <dgm:bulletEnabled val="1"/>
        </dgm:presLayoutVars>
      </dgm:prSet>
      <dgm:spPr/>
    </dgm:pt>
    <dgm:pt modelId="{FE1AEB59-CCCB-442A-BFCA-617CB733C8B4}" type="pres">
      <dgm:prSet presAssocID="{095E56D9-7802-408C-BC0B-9245B41D36B8}" presName="aSpace" presStyleCnt="0"/>
      <dgm:spPr/>
    </dgm:pt>
    <dgm:pt modelId="{096FA8EF-524B-420A-BDB2-25BAAD4852CE}" type="pres">
      <dgm:prSet presAssocID="{16E342C8-AD0C-4AB0-82D2-9C66394DBD53}" presName="aNode" presStyleLbl="fgAcc1" presStyleIdx="5" presStyleCnt="7">
        <dgm:presLayoutVars>
          <dgm:bulletEnabled val="1"/>
        </dgm:presLayoutVars>
      </dgm:prSet>
      <dgm:spPr/>
    </dgm:pt>
    <dgm:pt modelId="{267B6DFD-421C-48BC-B7D3-A08861B9DC47}" type="pres">
      <dgm:prSet presAssocID="{16E342C8-AD0C-4AB0-82D2-9C66394DBD53}" presName="aSpace" presStyleCnt="0"/>
      <dgm:spPr/>
    </dgm:pt>
    <dgm:pt modelId="{B878DDA7-4D6C-4B1E-99D9-9B90C8E61923}" type="pres">
      <dgm:prSet presAssocID="{087C12F7-A739-48FE-8929-1346F71F013D}" presName="aNode" presStyleLbl="fgAcc1" presStyleIdx="6" presStyleCnt="7">
        <dgm:presLayoutVars>
          <dgm:bulletEnabled val="1"/>
        </dgm:presLayoutVars>
      </dgm:prSet>
      <dgm:spPr/>
    </dgm:pt>
    <dgm:pt modelId="{691807A8-4C36-4763-9C64-EC98BB81971D}" type="pres">
      <dgm:prSet presAssocID="{087C12F7-A739-48FE-8929-1346F71F013D}" presName="aSpace" presStyleCnt="0"/>
      <dgm:spPr/>
    </dgm:pt>
  </dgm:ptLst>
  <dgm:cxnLst>
    <dgm:cxn modelId="{80666901-F7BF-4F6D-9796-EB9413DB8621}" srcId="{1C28C73F-BB74-4C04-A739-A829A39AF541}" destId="{3DA18581-DEBC-49C2-AB03-B4A8498E3655}" srcOrd="1" destOrd="0" parTransId="{76675473-2040-4C18-9179-E2C029869E3F}" sibTransId="{3FCD6608-1BD8-4E27-930B-56179A7C4F8D}"/>
    <dgm:cxn modelId="{2AC11E39-05BF-472C-937F-DFD6B406C6FD}" type="presOf" srcId="{AF8C6533-6B12-49C6-8620-CC677C915AF0}" destId="{2AD647E0-9F01-4E58-9CF7-B66B726C51F0}" srcOrd="0" destOrd="0" presId="urn:microsoft.com/office/officeart/2005/8/layout/pyramid2"/>
    <dgm:cxn modelId="{1986BF41-0C00-4ADB-916F-2BD9202E190E}" type="presOf" srcId="{3DA18581-DEBC-49C2-AB03-B4A8498E3655}" destId="{7A3BDF14-9758-4619-AAEC-53A4949B5058}" srcOrd="0" destOrd="0" presId="urn:microsoft.com/office/officeart/2005/8/layout/pyramid2"/>
    <dgm:cxn modelId="{079EC76F-84A9-4D93-BA41-FCD52C3EED53}" srcId="{1C28C73F-BB74-4C04-A739-A829A39AF541}" destId="{8D1057AC-196E-4732-AC14-989BEBEDE8FB}" srcOrd="2" destOrd="0" parTransId="{3AA4D4C3-FBF2-4826-B001-647EC50D1F30}" sibTransId="{6D8CE6C5-5300-4550-B71D-9008AD60B96D}"/>
    <dgm:cxn modelId="{6AEAD670-BB7B-4ADC-AAD8-ABABA2CA35C9}" type="presOf" srcId="{5409CE49-F4D6-429B-8E4C-73781CA04726}" destId="{FA3E951F-7B46-49E6-BE70-AD3A404520BB}" srcOrd="0" destOrd="0" presId="urn:microsoft.com/office/officeart/2005/8/layout/pyramid2"/>
    <dgm:cxn modelId="{C6D16152-A2E0-4593-A920-4DD65EC94BC2}" srcId="{1C28C73F-BB74-4C04-A739-A829A39AF541}" destId="{087C12F7-A739-48FE-8929-1346F71F013D}" srcOrd="6" destOrd="0" parTransId="{8DC6C114-9D94-40EB-A8EF-2BAFEA119923}" sibTransId="{0D831462-0745-418B-9D09-5DD5FCAF8177}"/>
    <dgm:cxn modelId="{B7F38484-B4EE-4300-9697-0366F1C75C0F}" srcId="{1C28C73F-BB74-4C04-A739-A829A39AF541}" destId="{16E342C8-AD0C-4AB0-82D2-9C66394DBD53}" srcOrd="5" destOrd="0" parTransId="{651572C3-AEC8-4F53-8827-25724908452E}" sibTransId="{4C9551C9-DF04-410D-ADFF-0D3D84CAEE2F}"/>
    <dgm:cxn modelId="{A644EC86-ECDE-417D-9966-493D281DEBA1}" srcId="{1C28C73F-BB74-4C04-A739-A829A39AF541}" destId="{5409CE49-F4D6-429B-8E4C-73781CA04726}" srcOrd="3" destOrd="0" parTransId="{5C4B649E-CD05-4747-899F-3930A3B52598}" sibTransId="{043E9DA9-38F4-4882-AC8A-1F6B89F6527E}"/>
    <dgm:cxn modelId="{CC5B3493-EE22-48B3-A68E-369AA8725822}" type="presOf" srcId="{8D1057AC-196E-4732-AC14-989BEBEDE8FB}" destId="{EDC9FDFD-0F98-4291-A748-53194BA86FBD}" srcOrd="0" destOrd="0" presId="urn:microsoft.com/office/officeart/2005/8/layout/pyramid2"/>
    <dgm:cxn modelId="{F06DC99B-1D57-4ECA-8153-0919DAA29B59}" type="presOf" srcId="{1C28C73F-BB74-4C04-A739-A829A39AF541}" destId="{7B16EFE9-4193-4729-AEC7-2491FA383DCA}" srcOrd="0" destOrd="0" presId="urn:microsoft.com/office/officeart/2005/8/layout/pyramid2"/>
    <dgm:cxn modelId="{CD6CA6D5-29FA-4171-AAEC-146038CC71AF}" type="presOf" srcId="{095E56D9-7802-408C-BC0B-9245B41D36B8}" destId="{F7D6FD2B-96C1-430A-85E4-17F671B12B1D}" srcOrd="0" destOrd="0" presId="urn:microsoft.com/office/officeart/2005/8/layout/pyramid2"/>
    <dgm:cxn modelId="{B0B64FD6-40FC-4634-A089-89F81893757F}" srcId="{1C28C73F-BB74-4C04-A739-A829A39AF541}" destId="{095E56D9-7802-408C-BC0B-9245B41D36B8}" srcOrd="4" destOrd="0" parTransId="{54F5D4CB-F50B-406A-9164-A1FE8CEC5B1D}" sibTransId="{EAAA8FCE-78B3-42DA-A9AA-B83F57128094}"/>
    <dgm:cxn modelId="{8967CED6-B2CF-443C-8357-4AED844EE7D5}" type="presOf" srcId="{16E342C8-AD0C-4AB0-82D2-9C66394DBD53}" destId="{096FA8EF-524B-420A-BDB2-25BAAD4852CE}" srcOrd="0" destOrd="0" presId="urn:microsoft.com/office/officeart/2005/8/layout/pyramid2"/>
    <dgm:cxn modelId="{072466DB-7533-4BDC-B93F-1D7A10410565}" type="presOf" srcId="{087C12F7-A739-48FE-8929-1346F71F013D}" destId="{B878DDA7-4D6C-4B1E-99D9-9B90C8E61923}" srcOrd="0" destOrd="0" presId="urn:microsoft.com/office/officeart/2005/8/layout/pyramid2"/>
    <dgm:cxn modelId="{7AF057EF-6704-44BF-820E-C4952CFC984F}" srcId="{1C28C73F-BB74-4C04-A739-A829A39AF541}" destId="{AF8C6533-6B12-49C6-8620-CC677C915AF0}" srcOrd="0" destOrd="0" parTransId="{20CF7A1C-007F-4337-9765-5179133AB60D}" sibTransId="{8C310876-CCFB-4E74-901C-EB195ECE2616}"/>
    <dgm:cxn modelId="{27F0A1C8-3391-4806-B701-25B129329774}" type="presParOf" srcId="{7B16EFE9-4193-4729-AEC7-2491FA383DCA}" destId="{34C86BAB-D81D-4A03-B71E-952D25C8B30D}" srcOrd="0" destOrd="0" presId="urn:microsoft.com/office/officeart/2005/8/layout/pyramid2"/>
    <dgm:cxn modelId="{6C377B3E-9524-4DDE-BA42-8D2A53266AE9}" type="presParOf" srcId="{7B16EFE9-4193-4729-AEC7-2491FA383DCA}" destId="{9BFB7D03-EA8E-45B5-AEE6-B9C6BD7197A1}" srcOrd="1" destOrd="0" presId="urn:microsoft.com/office/officeart/2005/8/layout/pyramid2"/>
    <dgm:cxn modelId="{70B83D9E-A963-46C3-A198-07D1B3D22EF0}" type="presParOf" srcId="{9BFB7D03-EA8E-45B5-AEE6-B9C6BD7197A1}" destId="{2AD647E0-9F01-4E58-9CF7-B66B726C51F0}" srcOrd="0" destOrd="0" presId="urn:microsoft.com/office/officeart/2005/8/layout/pyramid2"/>
    <dgm:cxn modelId="{6C7375FE-D297-407C-82ED-9AF821F4A2B3}" type="presParOf" srcId="{9BFB7D03-EA8E-45B5-AEE6-B9C6BD7197A1}" destId="{46BB2099-2DA3-4DF3-84F2-12E250B7717A}" srcOrd="1" destOrd="0" presId="urn:microsoft.com/office/officeart/2005/8/layout/pyramid2"/>
    <dgm:cxn modelId="{92993018-84B6-4001-9A18-E8F01A702E46}" type="presParOf" srcId="{9BFB7D03-EA8E-45B5-AEE6-B9C6BD7197A1}" destId="{7A3BDF14-9758-4619-AAEC-53A4949B5058}" srcOrd="2" destOrd="0" presId="urn:microsoft.com/office/officeart/2005/8/layout/pyramid2"/>
    <dgm:cxn modelId="{4D9D0ECD-5FCD-4A69-906C-5A30510D3EC1}" type="presParOf" srcId="{9BFB7D03-EA8E-45B5-AEE6-B9C6BD7197A1}" destId="{8EDBD3A8-8CD0-46D1-B1F3-964308D19177}" srcOrd="3" destOrd="0" presId="urn:microsoft.com/office/officeart/2005/8/layout/pyramid2"/>
    <dgm:cxn modelId="{60364833-7206-4564-80C2-478B06ED2846}" type="presParOf" srcId="{9BFB7D03-EA8E-45B5-AEE6-B9C6BD7197A1}" destId="{EDC9FDFD-0F98-4291-A748-53194BA86FBD}" srcOrd="4" destOrd="0" presId="urn:microsoft.com/office/officeart/2005/8/layout/pyramid2"/>
    <dgm:cxn modelId="{0E65B053-0244-43D3-9D3C-AF73624F0E20}" type="presParOf" srcId="{9BFB7D03-EA8E-45B5-AEE6-B9C6BD7197A1}" destId="{BFB41E45-8C74-4F49-872F-5FDBCB266F2F}" srcOrd="5" destOrd="0" presId="urn:microsoft.com/office/officeart/2005/8/layout/pyramid2"/>
    <dgm:cxn modelId="{5FEF688A-4757-498F-9DA2-119867DFA6BC}" type="presParOf" srcId="{9BFB7D03-EA8E-45B5-AEE6-B9C6BD7197A1}" destId="{FA3E951F-7B46-49E6-BE70-AD3A404520BB}" srcOrd="6" destOrd="0" presId="urn:microsoft.com/office/officeart/2005/8/layout/pyramid2"/>
    <dgm:cxn modelId="{3F232D65-25D1-4F43-A584-258AE797F1C6}" type="presParOf" srcId="{9BFB7D03-EA8E-45B5-AEE6-B9C6BD7197A1}" destId="{2F847F8A-93AF-4F23-B679-B3615C936A64}" srcOrd="7" destOrd="0" presId="urn:microsoft.com/office/officeart/2005/8/layout/pyramid2"/>
    <dgm:cxn modelId="{FEC53D36-CC2D-467D-A89F-0F8D4A670A4C}" type="presParOf" srcId="{9BFB7D03-EA8E-45B5-AEE6-B9C6BD7197A1}" destId="{F7D6FD2B-96C1-430A-85E4-17F671B12B1D}" srcOrd="8" destOrd="0" presId="urn:microsoft.com/office/officeart/2005/8/layout/pyramid2"/>
    <dgm:cxn modelId="{9E9604D5-DFCE-4BFB-AD9E-00225BAF78BB}" type="presParOf" srcId="{9BFB7D03-EA8E-45B5-AEE6-B9C6BD7197A1}" destId="{FE1AEB59-CCCB-442A-BFCA-617CB733C8B4}" srcOrd="9" destOrd="0" presId="urn:microsoft.com/office/officeart/2005/8/layout/pyramid2"/>
    <dgm:cxn modelId="{E7607E1A-CE39-4F18-9A1F-87DD34DA72A2}" type="presParOf" srcId="{9BFB7D03-EA8E-45B5-AEE6-B9C6BD7197A1}" destId="{096FA8EF-524B-420A-BDB2-25BAAD4852CE}" srcOrd="10" destOrd="0" presId="urn:microsoft.com/office/officeart/2005/8/layout/pyramid2"/>
    <dgm:cxn modelId="{1A721ED6-5646-4F5F-B832-16B262167104}" type="presParOf" srcId="{9BFB7D03-EA8E-45B5-AEE6-B9C6BD7197A1}" destId="{267B6DFD-421C-48BC-B7D3-A08861B9DC47}" srcOrd="11" destOrd="0" presId="urn:microsoft.com/office/officeart/2005/8/layout/pyramid2"/>
    <dgm:cxn modelId="{BD6E6C70-7896-4A09-8F10-99BF47ED6981}" type="presParOf" srcId="{9BFB7D03-EA8E-45B5-AEE6-B9C6BD7197A1}" destId="{B878DDA7-4D6C-4B1E-99D9-9B90C8E61923}" srcOrd="12" destOrd="0" presId="urn:microsoft.com/office/officeart/2005/8/layout/pyramid2"/>
    <dgm:cxn modelId="{F0A1381D-B01F-4BFE-BB5A-CA88A38DE748}" type="presParOf" srcId="{9BFB7D03-EA8E-45B5-AEE6-B9C6BD7197A1}" destId="{691807A8-4C36-4763-9C64-EC98BB81971D}" srcOrd="13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881D75F-2FD0-4EDA-B518-5136A8919578}" type="doc">
      <dgm:prSet loTypeId="urn:microsoft.com/office/officeart/2005/8/layout/arrow6" loCatId="process" qsTypeId="urn:microsoft.com/office/officeart/2005/8/quickstyle/simple1#4" qsCatId="simple" csTypeId="urn:microsoft.com/office/officeart/2005/8/colors/accent1_2#4" csCatId="accent1" phldr="1"/>
      <dgm:spPr/>
      <dgm:t>
        <a:bodyPr/>
        <a:lstStyle/>
        <a:p>
          <a:endParaRPr lang="en-US"/>
        </a:p>
      </dgm:t>
    </dgm:pt>
    <dgm:pt modelId="{93BC2A29-341D-4182-8FBC-BE9500FD2631}">
      <dgm:prSet phldrT="[Text]" phldr="0"/>
      <dgm:spPr/>
      <dgm:t>
        <a:bodyPr/>
        <a:lstStyle/>
        <a:p>
          <a:r>
            <a:rPr lang="en-US" dirty="0"/>
            <a:t>Challenges</a:t>
          </a:r>
        </a:p>
      </dgm:t>
    </dgm:pt>
    <dgm:pt modelId="{FF7EFEE5-4F32-4E90-B646-638FAE144079}" type="parTrans" cxnId="{B522FF66-60BF-4F5A-8652-B638B9C62443}">
      <dgm:prSet/>
      <dgm:spPr/>
      <dgm:t>
        <a:bodyPr/>
        <a:lstStyle/>
        <a:p>
          <a:endParaRPr lang="en-US"/>
        </a:p>
      </dgm:t>
    </dgm:pt>
    <dgm:pt modelId="{BED45C3B-803A-4FBF-8D98-FD5242B9BD60}" type="sibTrans" cxnId="{B522FF66-60BF-4F5A-8652-B638B9C62443}">
      <dgm:prSet/>
      <dgm:spPr/>
      <dgm:t>
        <a:bodyPr/>
        <a:lstStyle/>
        <a:p>
          <a:endParaRPr lang="en-US"/>
        </a:p>
      </dgm:t>
    </dgm:pt>
    <dgm:pt modelId="{9259D89D-9EDB-4087-A809-A3CA90C43F3E}">
      <dgm:prSet phldrT="[Text]" phldr="0"/>
      <dgm:spPr/>
      <dgm:t>
        <a:bodyPr/>
        <a:lstStyle/>
        <a:p>
          <a:r>
            <a:rPr lang="en-US" dirty="0"/>
            <a:t>Proposed Solution</a:t>
          </a:r>
        </a:p>
      </dgm:t>
    </dgm:pt>
    <dgm:pt modelId="{DA93E78F-8D08-4085-945D-65D2547984AE}" type="parTrans" cxnId="{EB0A9BD3-A6DE-45CA-BD4F-02C9218CA17D}">
      <dgm:prSet/>
      <dgm:spPr/>
      <dgm:t>
        <a:bodyPr/>
        <a:lstStyle/>
        <a:p>
          <a:endParaRPr lang="en-US"/>
        </a:p>
      </dgm:t>
    </dgm:pt>
    <dgm:pt modelId="{A470099E-5B5B-43DF-9E40-BE0DD17E737F}" type="sibTrans" cxnId="{EB0A9BD3-A6DE-45CA-BD4F-02C9218CA17D}">
      <dgm:prSet/>
      <dgm:spPr/>
      <dgm:t>
        <a:bodyPr/>
        <a:lstStyle/>
        <a:p>
          <a:endParaRPr lang="en-US"/>
        </a:p>
      </dgm:t>
    </dgm:pt>
    <dgm:pt modelId="{CDDF0571-12F1-4DDE-A393-40D3289C6F8C}" type="pres">
      <dgm:prSet presAssocID="{5881D75F-2FD0-4EDA-B518-5136A8919578}" presName="compositeShape" presStyleCnt="0">
        <dgm:presLayoutVars>
          <dgm:chMax val="2"/>
          <dgm:dir/>
          <dgm:resizeHandles val="exact"/>
        </dgm:presLayoutVars>
      </dgm:prSet>
      <dgm:spPr/>
    </dgm:pt>
    <dgm:pt modelId="{62FD7DCE-E9AB-4E75-A896-3274A3D4B94F}" type="pres">
      <dgm:prSet presAssocID="{5881D75F-2FD0-4EDA-B518-5136A8919578}" presName="ribbon" presStyleLbl="node1" presStyleIdx="0" presStyleCnt="1" custLinFactNeighborX="-5150" custLinFactNeighborY="0"/>
      <dgm:spPr/>
    </dgm:pt>
    <dgm:pt modelId="{5D671523-7EE0-4356-B985-614F14CDD0F1}" type="pres">
      <dgm:prSet presAssocID="{5881D75F-2FD0-4EDA-B518-5136A8919578}" presName="leftArrowText" presStyleLbl="node1" presStyleIdx="0" presStyleCnt="1">
        <dgm:presLayoutVars>
          <dgm:chMax val="0"/>
          <dgm:bulletEnabled val="1"/>
        </dgm:presLayoutVars>
      </dgm:prSet>
      <dgm:spPr/>
    </dgm:pt>
    <dgm:pt modelId="{E3627F01-4FE7-43B9-80C6-1ACC325B3EA2}" type="pres">
      <dgm:prSet presAssocID="{5881D75F-2FD0-4EDA-B518-5136A8919578}" presName="rightArrow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B522FF66-60BF-4F5A-8652-B638B9C62443}" srcId="{5881D75F-2FD0-4EDA-B518-5136A8919578}" destId="{93BC2A29-341D-4182-8FBC-BE9500FD2631}" srcOrd="0" destOrd="0" parTransId="{FF7EFEE5-4F32-4E90-B646-638FAE144079}" sibTransId="{BED45C3B-803A-4FBF-8D98-FD5242B9BD60}"/>
    <dgm:cxn modelId="{73863F9A-DE55-4B7F-80FE-26EE2F17D746}" type="presOf" srcId="{9259D89D-9EDB-4087-A809-A3CA90C43F3E}" destId="{E3627F01-4FE7-43B9-80C6-1ACC325B3EA2}" srcOrd="0" destOrd="0" presId="urn:microsoft.com/office/officeart/2005/8/layout/arrow6"/>
    <dgm:cxn modelId="{BD14BDCB-E955-40E1-BD06-C9DC7BFE7350}" type="presOf" srcId="{93BC2A29-341D-4182-8FBC-BE9500FD2631}" destId="{5D671523-7EE0-4356-B985-614F14CDD0F1}" srcOrd="0" destOrd="0" presId="urn:microsoft.com/office/officeart/2005/8/layout/arrow6"/>
    <dgm:cxn modelId="{EB0A9BD3-A6DE-45CA-BD4F-02C9218CA17D}" srcId="{5881D75F-2FD0-4EDA-B518-5136A8919578}" destId="{9259D89D-9EDB-4087-A809-A3CA90C43F3E}" srcOrd="1" destOrd="0" parTransId="{DA93E78F-8D08-4085-945D-65D2547984AE}" sibTransId="{A470099E-5B5B-43DF-9E40-BE0DD17E737F}"/>
    <dgm:cxn modelId="{E0E680F8-786C-42C2-8D19-3341C1A0A5DF}" type="presOf" srcId="{5881D75F-2FD0-4EDA-B518-5136A8919578}" destId="{CDDF0571-12F1-4DDE-A393-40D3289C6F8C}" srcOrd="0" destOrd="0" presId="urn:microsoft.com/office/officeart/2005/8/layout/arrow6"/>
    <dgm:cxn modelId="{EF5DCB45-89C3-42EE-8C08-59C916A0BEBD}" type="presParOf" srcId="{CDDF0571-12F1-4DDE-A393-40D3289C6F8C}" destId="{62FD7DCE-E9AB-4E75-A896-3274A3D4B94F}" srcOrd="0" destOrd="0" presId="urn:microsoft.com/office/officeart/2005/8/layout/arrow6"/>
    <dgm:cxn modelId="{023437EB-4839-4377-8A53-2BFCFB3BDBB7}" type="presParOf" srcId="{CDDF0571-12F1-4DDE-A393-40D3289C6F8C}" destId="{5D671523-7EE0-4356-B985-614F14CDD0F1}" srcOrd="1" destOrd="0" presId="urn:microsoft.com/office/officeart/2005/8/layout/arrow6"/>
    <dgm:cxn modelId="{C9C57DE7-2C67-4241-A5EC-7ED232D85898}" type="presParOf" srcId="{CDDF0571-12F1-4DDE-A393-40D3289C6F8C}" destId="{E3627F01-4FE7-43B9-80C6-1ACC325B3EA2}" srcOrd="2" destOrd="0" presId="urn:microsoft.com/office/officeart/2005/8/layout/arrow6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CA03F96-A2E6-4CFF-8CD4-55387B38D763}" type="doc">
      <dgm:prSet loTypeId="urn:microsoft.com/office/officeart/2011/layout/TabList" loCatId="list" qsTypeId="urn:microsoft.com/office/officeart/2005/8/quickstyle/simple1#5" qsCatId="simple" csTypeId="urn:microsoft.com/office/officeart/2005/8/colors/accent1_2#5" csCatId="accent1" phldr="1"/>
      <dgm:spPr/>
      <dgm:t>
        <a:bodyPr/>
        <a:lstStyle/>
        <a:p>
          <a:endParaRPr lang="en-US"/>
        </a:p>
      </dgm:t>
    </dgm:pt>
    <dgm:pt modelId="{B543F52D-E754-40F9-8601-EFC932BFE531}">
      <dgm:prSet phldrT="[Text]" phldr="1"/>
      <dgm:spPr/>
      <dgm:t>
        <a:bodyPr anchor="ctr" anchorCtr="0"/>
        <a:lstStyle/>
        <a:p>
          <a:endParaRPr lang="en-US" dirty="0">
            <a:solidFill>
              <a:srgbClr val="096082"/>
            </a:solidFill>
          </a:endParaRPr>
        </a:p>
      </dgm:t>
    </dgm:pt>
    <dgm:pt modelId="{B1DA0FAD-0DAE-44CA-A8CA-EEBCBE9A0AA8}" type="parTrans" cxnId="{E53E5EBB-BAD6-415A-9598-E8C8692B15C5}">
      <dgm:prSet/>
      <dgm:spPr/>
      <dgm:t>
        <a:bodyPr/>
        <a:lstStyle/>
        <a:p>
          <a:endParaRPr lang="en-US"/>
        </a:p>
      </dgm:t>
    </dgm:pt>
    <dgm:pt modelId="{BF4F084B-E463-46DD-8913-A5298EB38959}" type="sibTrans" cxnId="{E53E5EBB-BAD6-415A-9598-E8C8692B15C5}">
      <dgm:prSet/>
      <dgm:spPr/>
      <dgm:t>
        <a:bodyPr/>
        <a:lstStyle/>
        <a:p>
          <a:endParaRPr lang="en-US"/>
        </a:p>
      </dgm:t>
    </dgm:pt>
    <dgm:pt modelId="{9702B9ED-449A-4795-80B0-E6F344457999}">
      <dgm:prSet phldrT="[Text]" phldr="0" custT="1"/>
      <dgm:spPr/>
      <dgm:t>
        <a:bodyPr/>
        <a:lstStyle/>
        <a:p>
          <a:r>
            <a:rPr lang="en-US" sz="2400" dirty="0">
              <a:solidFill>
                <a:srgbClr val="FF0000"/>
              </a:solidFill>
            </a:rPr>
            <a:t>PTA Automation Tool</a:t>
          </a:r>
        </a:p>
      </dgm:t>
    </dgm:pt>
    <dgm:pt modelId="{4E3D0678-807D-48CC-8ECF-62967240D096}" type="parTrans" cxnId="{BD6F77BE-A4D9-430B-B24F-C816B2A84B23}">
      <dgm:prSet/>
      <dgm:spPr/>
      <dgm:t>
        <a:bodyPr/>
        <a:lstStyle/>
        <a:p>
          <a:endParaRPr lang="en-US"/>
        </a:p>
      </dgm:t>
    </dgm:pt>
    <dgm:pt modelId="{EFCA7A12-69E3-4799-B49A-007161A66BD5}" type="sibTrans" cxnId="{BD6F77BE-A4D9-430B-B24F-C816B2A84B23}">
      <dgm:prSet/>
      <dgm:spPr/>
      <dgm:t>
        <a:bodyPr/>
        <a:lstStyle/>
        <a:p>
          <a:endParaRPr lang="en-US"/>
        </a:p>
      </dgm:t>
    </dgm:pt>
    <dgm:pt modelId="{FF520BE9-44F8-403C-8704-77D364E42411}">
      <dgm:prSet phldrT="[Text]" phldr="0" custT="1"/>
      <dgm:spPr/>
      <dgm:t>
        <a:bodyPr/>
        <a:lstStyle/>
        <a:p>
          <a:r>
            <a:rPr lang="en-US" sz="1400" dirty="0"/>
            <a:t>Creation of </a:t>
          </a:r>
          <a:r>
            <a:rPr lang="en-US" sz="1400" dirty="0">
              <a:highlight>
                <a:srgbClr val="FFFF00"/>
              </a:highlight>
            </a:rPr>
            <a:t>In-house Automation Tool</a:t>
          </a:r>
        </a:p>
      </dgm:t>
    </dgm:pt>
    <dgm:pt modelId="{59BDB63E-F47D-4300-8DAF-82C06701DB57}" type="parTrans" cxnId="{B95C94E8-E89B-4936-9CB5-59ACE47D755A}">
      <dgm:prSet/>
      <dgm:spPr/>
      <dgm:t>
        <a:bodyPr/>
        <a:lstStyle/>
        <a:p>
          <a:endParaRPr lang="en-US"/>
        </a:p>
      </dgm:t>
    </dgm:pt>
    <dgm:pt modelId="{A608A1A6-2F0E-4E91-A56D-D6F2E9068CE1}" type="sibTrans" cxnId="{B95C94E8-E89B-4936-9CB5-59ACE47D755A}">
      <dgm:prSet/>
      <dgm:spPr/>
      <dgm:t>
        <a:bodyPr/>
        <a:lstStyle/>
        <a:p>
          <a:endParaRPr lang="en-US"/>
        </a:p>
      </dgm:t>
    </dgm:pt>
    <dgm:pt modelId="{CEB0BEF4-E1C6-49B7-A9EE-FE5E045E75AB}">
      <dgm:prSet phldrT="[Text]" phldr="1"/>
      <dgm:spPr/>
      <dgm:t>
        <a:bodyPr/>
        <a:lstStyle/>
        <a:p>
          <a:endParaRPr lang="en-US" dirty="0">
            <a:solidFill>
              <a:srgbClr val="096082"/>
            </a:solidFill>
          </a:endParaRPr>
        </a:p>
      </dgm:t>
    </dgm:pt>
    <dgm:pt modelId="{AD3AE5AB-4E4E-4F68-A107-4BDC314AAABB}" type="parTrans" cxnId="{AFD0AF6C-3305-40B5-AB2E-C228AC0665AD}">
      <dgm:prSet/>
      <dgm:spPr/>
      <dgm:t>
        <a:bodyPr/>
        <a:lstStyle/>
        <a:p>
          <a:endParaRPr lang="en-US"/>
        </a:p>
      </dgm:t>
    </dgm:pt>
    <dgm:pt modelId="{87918EC7-3F5D-41D5-BAB4-CB662D2E5A35}" type="sibTrans" cxnId="{AFD0AF6C-3305-40B5-AB2E-C228AC0665AD}">
      <dgm:prSet/>
      <dgm:spPr/>
      <dgm:t>
        <a:bodyPr/>
        <a:lstStyle/>
        <a:p>
          <a:endParaRPr lang="en-US"/>
        </a:p>
      </dgm:t>
    </dgm:pt>
    <dgm:pt modelId="{E4DF1D5B-B242-4F4D-BB8B-8537204E8C30}">
      <dgm:prSet phldrT="[Text]" phldr="0" custT="1"/>
      <dgm:spPr/>
      <dgm:t>
        <a:bodyPr/>
        <a:lstStyle/>
        <a:p>
          <a:r>
            <a:rPr lang="en-US" sz="2400" dirty="0">
              <a:solidFill>
                <a:srgbClr val="FF0000"/>
              </a:solidFill>
            </a:rPr>
            <a:t>Input &amp; Output</a:t>
          </a:r>
        </a:p>
      </dgm:t>
    </dgm:pt>
    <dgm:pt modelId="{128C7467-0808-4BA7-B63C-BFC833EDEE2A}" type="parTrans" cxnId="{278D2B6F-E7E0-4E0C-8615-54F20B184811}">
      <dgm:prSet/>
      <dgm:spPr/>
      <dgm:t>
        <a:bodyPr/>
        <a:lstStyle/>
        <a:p>
          <a:endParaRPr lang="en-US"/>
        </a:p>
      </dgm:t>
    </dgm:pt>
    <dgm:pt modelId="{3A0B4C5D-9AD0-4DB6-AF6F-C44CBB4952D3}" type="sibTrans" cxnId="{278D2B6F-E7E0-4E0C-8615-54F20B184811}">
      <dgm:prSet/>
      <dgm:spPr/>
      <dgm:t>
        <a:bodyPr/>
        <a:lstStyle/>
        <a:p>
          <a:endParaRPr lang="en-US"/>
        </a:p>
      </dgm:t>
    </dgm:pt>
    <dgm:pt modelId="{DA059D29-F018-4CFC-A8BD-13E46E2C5298}">
      <dgm:prSet phldrT="[Text]" phldr="0" custT="1"/>
      <dgm:spPr/>
      <dgm:t>
        <a:bodyPr/>
        <a:lstStyle/>
        <a:p>
          <a:r>
            <a:rPr lang="en-US" sz="1400" dirty="0"/>
            <a:t>Multiple raw PTA reports can be given as an input</a:t>
          </a:r>
        </a:p>
      </dgm:t>
    </dgm:pt>
    <dgm:pt modelId="{FEFCE137-3F95-4E55-A7CE-35F7191A1AE7}" type="parTrans" cxnId="{11AC66C1-5309-4B3F-B84E-03ADC17ACBF8}">
      <dgm:prSet/>
      <dgm:spPr/>
      <dgm:t>
        <a:bodyPr/>
        <a:lstStyle/>
        <a:p>
          <a:endParaRPr lang="en-US"/>
        </a:p>
      </dgm:t>
    </dgm:pt>
    <dgm:pt modelId="{BE426DF6-7B1D-4845-B238-5851D55BDA59}" type="sibTrans" cxnId="{11AC66C1-5309-4B3F-B84E-03ADC17ACBF8}">
      <dgm:prSet/>
      <dgm:spPr/>
      <dgm:t>
        <a:bodyPr/>
        <a:lstStyle/>
        <a:p>
          <a:endParaRPr lang="en-US"/>
        </a:p>
      </dgm:t>
    </dgm:pt>
    <dgm:pt modelId="{BF8644E6-0D9A-4508-AED0-04AAB6092307}">
      <dgm:prSet phldrT="[Text]" phldr="1"/>
      <dgm:spPr/>
      <dgm:t>
        <a:bodyPr/>
        <a:lstStyle/>
        <a:p>
          <a:endParaRPr lang="en-US">
            <a:solidFill>
              <a:srgbClr val="096082"/>
            </a:solidFill>
          </a:endParaRPr>
        </a:p>
      </dgm:t>
    </dgm:pt>
    <dgm:pt modelId="{0E85B7DE-8868-4F5E-98ED-9C73CCC33550}" type="parTrans" cxnId="{EE6154DF-69C8-4D7E-8781-AE059E90804F}">
      <dgm:prSet/>
      <dgm:spPr/>
      <dgm:t>
        <a:bodyPr/>
        <a:lstStyle/>
        <a:p>
          <a:endParaRPr lang="en-US"/>
        </a:p>
      </dgm:t>
    </dgm:pt>
    <dgm:pt modelId="{D25F422B-F48A-4B5E-B4D8-1CE177272D09}" type="sibTrans" cxnId="{EE6154DF-69C8-4D7E-8781-AE059E90804F}">
      <dgm:prSet/>
      <dgm:spPr/>
      <dgm:t>
        <a:bodyPr/>
        <a:lstStyle/>
        <a:p>
          <a:endParaRPr lang="en-US"/>
        </a:p>
      </dgm:t>
    </dgm:pt>
    <dgm:pt modelId="{C6C65FCB-3AD3-4BB7-87F9-8DE3B465A1F9}">
      <dgm:prSet phldrT="[Text]" phldr="0" custT="1"/>
      <dgm:spPr/>
      <dgm:t>
        <a:bodyPr/>
        <a:lstStyle/>
        <a:p>
          <a:r>
            <a:rPr lang="en-US" sz="2400" dirty="0">
              <a:solidFill>
                <a:srgbClr val="FF0000"/>
              </a:solidFill>
            </a:rPr>
            <a:t>Dashboard </a:t>
          </a:r>
        </a:p>
      </dgm:t>
    </dgm:pt>
    <dgm:pt modelId="{87799EED-FC20-4E7F-BC19-C383A5483A12}" type="parTrans" cxnId="{2AC2E70B-18B9-44E4-AFFF-E5556A877591}">
      <dgm:prSet/>
      <dgm:spPr/>
      <dgm:t>
        <a:bodyPr/>
        <a:lstStyle/>
        <a:p>
          <a:endParaRPr lang="en-US"/>
        </a:p>
      </dgm:t>
    </dgm:pt>
    <dgm:pt modelId="{DC3D5FAB-268F-418C-A7D2-456694B4BABD}" type="sibTrans" cxnId="{2AC2E70B-18B9-44E4-AFFF-E5556A877591}">
      <dgm:prSet/>
      <dgm:spPr/>
      <dgm:t>
        <a:bodyPr/>
        <a:lstStyle/>
        <a:p>
          <a:endParaRPr lang="en-US"/>
        </a:p>
      </dgm:t>
    </dgm:pt>
    <dgm:pt modelId="{A9EF4C9F-B977-4827-9DD0-F7C994DBFD8E}">
      <dgm:prSet phldrT="[Text]" phldr="0" custT="1"/>
      <dgm:spPr/>
      <dgm:t>
        <a:bodyPr/>
        <a:lstStyle/>
        <a:p>
          <a:r>
            <a:rPr lang="en-US" sz="1400" dirty="0"/>
            <a:t>Creation of our own dashboard</a:t>
          </a:r>
        </a:p>
      </dgm:t>
    </dgm:pt>
    <dgm:pt modelId="{69939D38-56A8-4FAD-937D-A416A3E3B3D6}" type="parTrans" cxnId="{C1FE14F2-04A8-4271-83EB-798C6E5A0C82}">
      <dgm:prSet/>
      <dgm:spPr/>
      <dgm:t>
        <a:bodyPr/>
        <a:lstStyle/>
        <a:p>
          <a:endParaRPr lang="en-US"/>
        </a:p>
      </dgm:t>
    </dgm:pt>
    <dgm:pt modelId="{91408154-DC88-4AD2-B2EE-E3D5EB888C41}" type="sibTrans" cxnId="{C1FE14F2-04A8-4271-83EB-798C6E5A0C82}">
      <dgm:prSet/>
      <dgm:spPr/>
      <dgm:t>
        <a:bodyPr/>
        <a:lstStyle/>
        <a:p>
          <a:endParaRPr lang="en-US"/>
        </a:p>
      </dgm:t>
    </dgm:pt>
    <dgm:pt modelId="{789DC84B-C2CC-4613-9549-26131F12EE48}">
      <dgm:prSet phldrT="[Text]" phldr="0" custT="1"/>
      <dgm:spPr/>
      <dgm:t>
        <a:bodyPr/>
        <a:lstStyle/>
        <a:p>
          <a:r>
            <a:rPr lang="en-US" sz="1400" dirty="0"/>
            <a:t>Dashboard ready files can be downloaded for each MI as an output</a:t>
          </a:r>
        </a:p>
      </dgm:t>
    </dgm:pt>
    <dgm:pt modelId="{E7796DE0-E117-47D5-BAC6-E64EA46103CA}" type="parTrans" cxnId="{2532A0DF-1F23-4B84-BBCE-CD5B9887B71E}">
      <dgm:prSet/>
      <dgm:spPr/>
      <dgm:t>
        <a:bodyPr/>
        <a:lstStyle/>
        <a:p>
          <a:endParaRPr lang="en-US"/>
        </a:p>
      </dgm:t>
    </dgm:pt>
    <dgm:pt modelId="{1D17F97A-AE34-4C22-82B2-80AC535A5A8E}" type="sibTrans" cxnId="{2532A0DF-1F23-4B84-BBCE-CD5B9887B71E}">
      <dgm:prSet/>
      <dgm:spPr/>
      <dgm:t>
        <a:bodyPr/>
        <a:lstStyle/>
        <a:p>
          <a:endParaRPr lang="en-US"/>
        </a:p>
      </dgm:t>
    </dgm:pt>
    <dgm:pt modelId="{4B53564D-1B1F-4C5C-9BC3-253C3AA2E401}">
      <dgm:prSet phldrT="[Text]" phldr="0" custT="1"/>
      <dgm:spPr/>
      <dgm:t>
        <a:bodyPr/>
        <a:lstStyle/>
        <a:p>
          <a:r>
            <a:rPr lang="en-US" sz="1400" dirty="0"/>
            <a:t>Objective - To create and validate dashboard ready files automatically</a:t>
          </a:r>
        </a:p>
      </dgm:t>
    </dgm:pt>
    <dgm:pt modelId="{8B634001-E8A1-4939-9D09-2A0B3032FEE0}" type="parTrans" cxnId="{47E0189F-AFBF-4896-A052-390E0D5A3145}">
      <dgm:prSet/>
      <dgm:spPr/>
      <dgm:t>
        <a:bodyPr/>
        <a:lstStyle/>
        <a:p>
          <a:endParaRPr lang="en-US"/>
        </a:p>
      </dgm:t>
    </dgm:pt>
    <dgm:pt modelId="{7D23364F-E215-4795-AC2D-9F46A21B0B98}" type="sibTrans" cxnId="{47E0189F-AFBF-4896-A052-390E0D5A3145}">
      <dgm:prSet/>
      <dgm:spPr/>
      <dgm:t>
        <a:bodyPr/>
        <a:lstStyle/>
        <a:p>
          <a:endParaRPr lang="en-US"/>
        </a:p>
      </dgm:t>
    </dgm:pt>
    <dgm:pt modelId="{092B9A64-F49A-478A-A5D1-AFDB0A14D3B7}">
      <dgm:prSet phldrT="[Text]" phldr="0" custT="1"/>
      <dgm:spPr/>
      <dgm:t>
        <a:bodyPr/>
        <a:lstStyle/>
        <a:p>
          <a:r>
            <a:rPr lang="en-US" sz="1400" dirty="0"/>
            <a:t>Works on single button click</a:t>
          </a:r>
        </a:p>
      </dgm:t>
    </dgm:pt>
    <dgm:pt modelId="{DF9789EC-3E17-4867-9ED0-0E24636A337C}" type="parTrans" cxnId="{C5887CCC-24DF-405D-AB87-16F3C678820C}">
      <dgm:prSet/>
      <dgm:spPr/>
      <dgm:t>
        <a:bodyPr/>
        <a:lstStyle/>
        <a:p>
          <a:endParaRPr lang="en-US"/>
        </a:p>
      </dgm:t>
    </dgm:pt>
    <dgm:pt modelId="{F2255D87-A331-40A5-82CD-738F66E1BFE7}" type="sibTrans" cxnId="{C5887CCC-24DF-405D-AB87-16F3C678820C}">
      <dgm:prSet/>
      <dgm:spPr/>
      <dgm:t>
        <a:bodyPr/>
        <a:lstStyle/>
        <a:p>
          <a:endParaRPr lang="en-US"/>
        </a:p>
      </dgm:t>
    </dgm:pt>
    <dgm:pt modelId="{0A56D3A8-11F1-43D7-8F61-5C806C32DEC3}">
      <dgm:prSet phldrT="[Text]" phldr="0" custT="1"/>
      <dgm:spPr/>
      <dgm:t>
        <a:bodyPr/>
        <a:lstStyle/>
        <a:p>
          <a:r>
            <a:rPr lang="en-US" sz="1400" dirty="0"/>
            <a:t>No need to wait for dashboard refresh to see activation details</a:t>
          </a:r>
        </a:p>
      </dgm:t>
    </dgm:pt>
    <dgm:pt modelId="{58A8A0FE-134F-4B1E-988F-77E7B559743B}" type="parTrans" cxnId="{4BF42A4C-1ECD-4EF1-9BE4-7E35227340E7}">
      <dgm:prSet/>
      <dgm:spPr/>
      <dgm:t>
        <a:bodyPr/>
        <a:lstStyle/>
        <a:p>
          <a:endParaRPr lang="en-US"/>
        </a:p>
      </dgm:t>
    </dgm:pt>
    <dgm:pt modelId="{E3E1E9EA-147F-481F-876C-D8C804ECE934}" type="sibTrans" cxnId="{4BF42A4C-1ECD-4EF1-9BE4-7E35227340E7}">
      <dgm:prSet/>
      <dgm:spPr/>
      <dgm:t>
        <a:bodyPr/>
        <a:lstStyle/>
        <a:p>
          <a:endParaRPr lang="en-US"/>
        </a:p>
      </dgm:t>
    </dgm:pt>
    <dgm:pt modelId="{A83BF5F7-312E-4019-9068-E6B55A0967DA}" type="pres">
      <dgm:prSet presAssocID="{BCA03F96-A2E6-4CFF-8CD4-55387B38D763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</dgm:pt>
    <dgm:pt modelId="{57086B44-11C3-47F3-8C58-E935F5BCCEA0}" type="pres">
      <dgm:prSet presAssocID="{B543F52D-E754-40F9-8601-EFC932BFE531}" presName="composite" presStyleCnt="0"/>
      <dgm:spPr/>
    </dgm:pt>
    <dgm:pt modelId="{806C996F-A907-4DCA-BDB6-07C71BEEA13E}" type="pres">
      <dgm:prSet presAssocID="{B543F52D-E754-40F9-8601-EFC932BFE531}" presName="FirstChild" presStyleLbl="revTx" presStyleIdx="0" presStyleCnt="6" custLinFactNeighborX="-16851" custLinFactNeighborY="8044">
        <dgm:presLayoutVars>
          <dgm:chMax val="0"/>
          <dgm:chPref val="0"/>
          <dgm:bulletEnabled val="1"/>
        </dgm:presLayoutVars>
      </dgm:prSet>
      <dgm:spPr/>
    </dgm:pt>
    <dgm:pt modelId="{DFD7F2B6-B904-4C32-BF82-6B81F207CC11}" type="pres">
      <dgm:prSet presAssocID="{B543F52D-E754-40F9-8601-EFC932BFE531}" presName="Parent" presStyleLbl="alignNode1" presStyleIdx="0" presStyleCnt="3" custScaleX="46025" custScaleY="106229" custLinFactNeighborX="-26987" custLinFactNeighborY="-14239">
        <dgm:presLayoutVars>
          <dgm:chMax val="3"/>
          <dgm:chPref val="3"/>
          <dgm:bulletEnabled val="1"/>
        </dgm:presLayoutVars>
      </dgm:prSet>
      <dgm:spPr/>
    </dgm:pt>
    <dgm:pt modelId="{2E111EBB-44DC-492E-85C2-0698A8DE22E5}" type="pres">
      <dgm:prSet presAssocID="{B543F52D-E754-40F9-8601-EFC932BFE531}" presName="Accent" presStyleLbl="parChTrans1D1" presStyleIdx="0" presStyleCnt="3"/>
      <dgm:spPr/>
    </dgm:pt>
    <dgm:pt modelId="{986F7082-77A5-4DC9-8967-BB1F7FA7F288}" type="pres">
      <dgm:prSet presAssocID="{B543F52D-E754-40F9-8601-EFC932BFE531}" presName="Child" presStyleLbl="revTx" presStyleIdx="1" presStyleCnt="6">
        <dgm:presLayoutVars>
          <dgm:chMax val="0"/>
          <dgm:chPref val="0"/>
          <dgm:bulletEnabled val="1"/>
        </dgm:presLayoutVars>
      </dgm:prSet>
      <dgm:spPr/>
    </dgm:pt>
    <dgm:pt modelId="{203CF913-D7D6-4BF5-9862-2A9F270D4145}" type="pres">
      <dgm:prSet presAssocID="{BF4F084B-E463-46DD-8913-A5298EB38959}" presName="sibTrans" presStyleCnt="0"/>
      <dgm:spPr/>
    </dgm:pt>
    <dgm:pt modelId="{7D69F1A6-98A2-4189-A9A4-FC321EC37782}" type="pres">
      <dgm:prSet presAssocID="{CEB0BEF4-E1C6-49B7-A9EE-FE5E045E75AB}" presName="composite" presStyleCnt="0"/>
      <dgm:spPr/>
    </dgm:pt>
    <dgm:pt modelId="{D4DA05CA-BCFE-48E9-9C9B-421C947985A0}" type="pres">
      <dgm:prSet presAssocID="{CEB0BEF4-E1C6-49B7-A9EE-FE5E045E75AB}" presName="FirstChild" presStyleLbl="revTx" presStyleIdx="2" presStyleCnt="6" custLinFactNeighborX="-16149" custLinFactNeighborY="12898">
        <dgm:presLayoutVars>
          <dgm:chMax val="0"/>
          <dgm:chPref val="0"/>
          <dgm:bulletEnabled val="1"/>
        </dgm:presLayoutVars>
      </dgm:prSet>
      <dgm:spPr/>
    </dgm:pt>
    <dgm:pt modelId="{EF5F474B-BD9E-4415-A7AA-BD604421E770}" type="pres">
      <dgm:prSet presAssocID="{CEB0BEF4-E1C6-49B7-A9EE-FE5E045E75AB}" presName="Parent" presStyleLbl="alignNode1" presStyleIdx="1" presStyleCnt="3" custScaleX="46025" custScaleY="111625" custLinFactNeighborX="-26987" custLinFactNeighborY="-4674">
        <dgm:presLayoutVars>
          <dgm:chMax val="3"/>
          <dgm:chPref val="3"/>
          <dgm:bulletEnabled val="1"/>
        </dgm:presLayoutVars>
      </dgm:prSet>
      <dgm:spPr/>
    </dgm:pt>
    <dgm:pt modelId="{296554C9-FAF3-4FAC-A7F1-BAEED297EB61}" type="pres">
      <dgm:prSet presAssocID="{CEB0BEF4-E1C6-49B7-A9EE-FE5E045E75AB}" presName="Accent" presStyleLbl="parChTrans1D1" presStyleIdx="1" presStyleCnt="3"/>
      <dgm:spPr/>
    </dgm:pt>
    <dgm:pt modelId="{B48B03D3-2A2B-4C4C-B9F6-073D315FBBF3}" type="pres">
      <dgm:prSet presAssocID="{CEB0BEF4-E1C6-49B7-A9EE-FE5E045E75AB}" presName="Child" presStyleLbl="revTx" presStyleIdx="3" presStyleCnt="6">
        <dgm:presLayoutVars>
          <dgm:chMax val="0"/>
          <dgm:chPref val="0"/>
          <dgm:bulletEnabled val="1"/>
        </dgm:presLayoutVars>
      </dgm:prSet>
      <dgm:spPr/>
    </dgm:pt>
    <dgm:pt modelId="{68DC85BA-05CD-485A-A9A4-5069AF90FE47}" type="pres">
      <dgm:prSet presAssocID="{87918EC7-3F5D-41D5-BAB4-CB662D2E5A35}" presName="sibTrans" presStyleCnt="0"/>
      <dgm:spPr/>
    </dgm:pt>
    <dgm:pt modelId="{25B6BA29-1C7A-4202-894C-7A5CAE178158}" type="pres">
      <dgm:prSet presAssocID="{BF8644E6-0D9A-4508-AED0-04AAB6092307}" presName="composite" presStyleCnt="0"/>
      <dgm:spPr/>
    </dgm:pt>
    <dgm:pt modelId="{3DEF2224-3A05-4102-B48A-AF0398EE74A0}" type="pres">
      <dgm:prSet presAssocID="{BF8644E6-0D9A-4508-AED0-04AAB6092307}" presName="FirstChild" presStyleLbl="revTx" presStyleIdx="4" presStyleCnt="6" custLinFactNeighborX="-17202" custLinFactNeighborY="12064">
        <dgm:presLayoutVars>
          <dgm:chMax val="0"/>
          <dgm:chPref val="0"/>
          <dgm:bulletEnabled val="1"/>
        </dgm:presLayoutVars>
      </dgm:prSet>
      <dgm:spPr/>
    </dgm:pt>
    <dgm:pt modelId="{C7735192-9F98-4E3A-BA48-7B693A5ADCC5}" type="pres">
      <dgm:prSet presAssocID="{BF8644E6-0D9A-4508-AED0-04AAB6092307}" presName="Parent" presStyleLbl="alignNode1" presStyleIdx="2" presStyleCnt="3" custScaleX="46025" custScaleY="105591" custLinFactNeighborX="-26987" custLinFactNeighborY="-1960">
        <dgm:presLayoutVars>
          <dgm:chMax val="3"/>
          <dgm:chPref val="3"/>
          <dgm:bulletEnabled val="1"/>
        </dgm:presLayoutVars>
      </dgm:prSet>
      <dgm:spPr/>
    </dgm:pt>
    <dgm:pt modelId="{EE78BA20-486F-497B-9671-22DB8BF1CFF3}" type="pres">
      <dgm:prSet presAssocID="{BF8644E6-0D9A-4508-AED0-04AAB6092307}" presName="Accent" presStyleLbl="parChTrans1D1" presStyleIdx="2" presStyleCnt="3"/>
      <dgm:spPr/>
    </dgm:pt>
    <dgm:pt modelId="{EFC1666F-410B-4CC8-8C44-9BAD1E559F2D}" type="pres">
      <dgm:prSet presAssocID="{BF8644E6-0D9A-4508-AED0-04AAB6092307}" presName="Child" presStyleLbl="revTx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2AC2E70B-18B9-44E4-AFFF-E5556A877591}" srcId="{BF8644E6-0D9A-4508-AED0-04AAB6092307}" destId="{C6C65FCB-3AD3-4BB7-87F9-8DE3B465A1F9}" srcOrd="0" destOrd="0" parTransId="{87799EED-FC20-4E7F-BC19-C383A5483A12}" sibTransId="{DC3D5FAB-268F-418C-A7D2-456694B4BABD}"/>
    <dgm:cxn modelId="{6F756A0F-EAD5-4706-A888-C263715E4E3C}" type="presOf" srcId="{9702B9ED-449A-4795-80B0-E6F344457999}" destId="{806C996F-A907-4DCA-BDB6-07C71BEEA13E}" srcOrd="0" destOrd="0" presId="urn:microsoft.com/office/officeart/2011/layout/TabList"/>
    <dgm:cxn modelId="{90DD1516-1231-4665-A483-1B5F4EA99919}" type="presOf" srcId="{BCA03F96-A2E6-4CFF-8CD4-55387B38D763}" destId="{A83BF5F7-312E-4019-9068-E6B55A0967DA}" srcOrd="0" destOrd="0" presId="urn:microsoft.com/office/officeart/2011/layout/TabList"/>
    <dgm:cxn modelId="{1951EB19-AAA7-40EE-8DD0-F21A9BA31DC0}" type="presOf" srcId="{DA059D29-F018-4CFC-A8BD-13E46E2C5298}" destId="{B48B03D3-2A2B-4C4C-B9F6-073D315FBBF3}" srcOrd="0" destOrd="0" presId="urn:microsoft.com/office/officeart/2011/layout/TabList"/>
    <dgm:cxn modelId="{17F6DD29-CC39-4495-9747-61D879460FBF}" type="presOf" srcId="{BF8644E6-0D9A-4508-AED0-04AAB6092307}" destId="{C7735192-9F98-4E3A-BA48-7B693A5ADCC5}" srcOrd="0" destOrd="0" presId="urn:microsoft.com/office/officeart/2011/layout/TabList"/>
    <dgm:cxn modelId="{D2F5083B-50B9-4433-A367-26C30DBB906F}" type="presOf" srcId="{0A56D3A8-11F1-43D7-8F61-5C806C32DEC3}" destId="{EFC1666F-410B-4CC8-8C44-9BAD1E559F2D}" srcOrd="0" destOrd="1" presId="urn:microsoft.com/office/officeart/2011/layout/TabList"/>
    <dgm:cxn modelId="{4BF42A4C-1ECD-4EF1-9BE4-7E35227340E7}" srcId="{BF8644E6-0D9A-4508-AED0-04AAB6092307}" destId="{0A56D3A8-11F1-43D7-8F61-5C806C32DEC3}" srcOrd="2" destOrd="0" parTransId="{58A8A0FE-134F-4B1E-988F-77E7B559743B}" sibTransId="{E3E1E9EA-147F-481F-876C-D8C804ECE934}"/>
    <dgm:cxn modelId="{AFD0AF6C-3305-40B5-AB2E-C228AC0665AD}" srcId="{BCA03F96-A2E6-4CFF-8CD4-55387B38D763}" destId="{CEB0BEF4-E1C6-49B7-A9EE-FE5E045E75AB}" srcOrd="1" destOrd="0" parTransId="{AD3AE5AB-4E4E-4F68-A107-4BDC314AAABB}" sibTransId="{87918EC7-3F5D-41D5-BAB4-CB662D2E5A35}"/>
    <dgm:cxn modelId="{278D2B6F-E7E0-4E0C-8615-54F20B184811}" srcId="{CEB0BEF4-E1C6-49B7-A9EE-FE5E045E75AB}" destId="{E4DF1D5B-B242-4F4D-BB8B-8537204E8C30}" srcOrd="0" destOrd="0" parTransId="{128C7467-0808-4BA7-B63C-BFC833EDEE2A}" sibTransId="{3A0B4C5D-9AD0-4DB6-AF6F-C44CBB4952D3}"/>
    <dgm:cxn modelId="{FA0BA287-0008-4C12-83E0-CAA9E58D71F4}" type="presOf" srcId="{E4DF1D5B-B242-4F4D-BB8B-8537204E8C30}" destId="{D4DA05CA-BCFE-48E9-9C9B-421C947985A0}" srcOrd="0" destOrd="0" presId="urn:microsoft.com/office/officeart/2011/layout/TabList"/>
    <dgm:cxn modelId="{5D71458C-618D-431D-9D67-0B5D6A3B4A8D}" type="presOf" srcId="{A9EF4C9F-B977-4827-9DD0-F7C994DBFD8E}" destId="{EFC1666F-410B-4CC8-8C44-9BAD1E559F2D}" srcOrd="0" destOrd="0" presId="urn:microsoft.com/office/officeart/2011/layout/TabList"/>
    <dgm:cxn modelId="{BD0CAB90-0279-470B-90C8-B3299FA48C98}" type="presOf" srcId="{4B53564D-1B1F-4C5C-9BC3-253C3AA2E401}" destId="{986F7082-77A5-4DC9-8967-BB1F7FA7F288}" srcOrd="0" destOrd="1" presId="urn:microsoft.com/office/officeart/2011/layout/TabList"/>
    <dgm:cxn modelId="{159BF897-2954-419E-990D-BD44AF0FC5B4}" type="presOf" srcId="{FF520BE9-44F8-403C-8704-77D364E42411}" destId="{986F7082-77A5-4DC9-8967-BB1F7FA7F288}" srcOrd="0" destOrd="0" presId="urn:microsoft.com/office/officeart/2011/layout/TabList"/>
    <dgm:cxn modelId="{47E0189F-AFBF-4896-A052-390E0D5A3145}" srcId="{B543F52D-E754-40F9-8601-EFC932BFE531}" destId="{4B53564D-1B1F-4C5C-9BC3-253C3AA2E401}" srcOrd="2" destOrd="0" parTransId="{8B634001-E8A1-4939-9D09-2A0B3032FEE0}" sibTransId="{7D23364F-E215-4795-AC2D-9F46A21B0B98}"/>
    <dgm:cxn modelId="{84CF51A4-5A54-4FB9-88DE-5B3E6E873F5D}" type="presOf" srcId="{CEB0BEF4-E1C6-49B7-A9EE-FE5E045E75AB}" destId="{EF5F474B-BD9E-4415-A7AA-BD604421E770}" srcOrd="0" destOrd="0" presId="urn:microsoft.com/office/officeart/2011/layout/TabList"/>
    <dgm:cxn modelId="{232EB1AE-4CA1-4CEC-AE44-4172C55340DD}" type="presOf" srcId="{C6C65FCB-3AD3-4BB7-87F9-8DE3B465A1F9}" destId="{3DEF2224-3A05-4102-B48A-AF0398EE74A0}" srcOrd="0" destOrd="0" presId="urn:microsoft.com/office/officeart/2011/layout/TabList"/>
    <dgm:cxn modelId="{FC4103B0-4FDD-4DCD-A0CD-67D3EA6D195E}" type="presOf" srcId="{789DC84B-C2CC-4613-9549-26131F12EE48}" destId="{B48B03D3-2A2B-4C4C-B9F6-073D315FBBF3}" srcOrd="0" destOrd="1" presId="urn:microsoft.com/office/officeart/2011/layout/TabList"/>
    <dgm:cxn modelId="{E53E5EBB-BAD6-415A-9598-E8C8692B15C5}" srcId="{BCA03F96-A2E6-4CFF-8CD4-55387B38D763}" destId="{B543F52D-E754-40F9-8601-EFC932BFE531}" srcOrd="0" destOrd="0" parTransId="{B1DA0FAD-0DAE-44CA-A8CA-EEBCBE9A0AA8}" sibTransId="{BF4F084B-E463-46DD-8913-A5298EB38959}"/>
    <dgm:cxn modelId="{BD6F77BE-A4D9-430B-B24F-C816B2A84B23}" srcId="{B543F52D-E754-40F9-8601-EFC932BFE531}" destId="{9702B9ED-449A-4795-80B0-E6F344457999}" srcOrd="0" destOrd="0" parTransId="{4E3D0678-807D-48CC-8ECF-62967240D096}" sibTransId="{EFCA7A12-69E3-4799-B49A-007161A66BD5}"/>
    <dgm:cxn modelId="{11AC66C1-5309-4B3F-B84E-03ADC17ACBF8}" srcId="{CEB0BEF4-E1C6-49B7-A9EE-FE5E045E75AB}" destId="{DA059D29-F018-4CFC-A8BD-13E46E2C5298}" srcOrd="1" destOrd="0" parTransId="{FEFCE137-3F95-4E55-A7CE-35F7191A1AE7}" sibTransId="{BE426DF6-7B1D-4845-B238-5851D55BDA59}"/>
    <dgm:cxn modelId="{C5887CCC-24DF-405D-AB87-16F3C678820C}" srcId="{B543F52D-E754-40F9-8601-EFC932BFE531}" destId="{092B9A64-F49A-478A-A5D1-AFDB0A14D3B7}" srcOrd="3" destOrd="0" parTransId="{DF9789EC-3E17-4867-9ED0-0E24636A337C}" sibTransId="{F2255D87-A331-40A5-82CD-738F66E1BFE7}"/>
    <dgm:cxn modelId="{7E7CFFCC-5C54-47A3-859B-731C30062A11}" type="presOf" srcId="{B543F52D-E754-40F9-8601-EFC932BFE531}" destId="{DFD7F2B6-B904-4C32-BF82-6B81F207CC11}" srcOrd="0" destOrd="0" presId="urn:microsoft.com/office/officeart/2011/layout/TabList"/>
    <dgm:cxn modelId="{EE6154DF-69C8-4D7E-8781-AE059E90804F}" srcId="{BCA03F96-A2E6-4CFF-8CD4-55387B38D763}" destId="{BF8644E6-0D9A-4508-AED0-04AAB6092307}" srcOrd="2" destOrd="0" parTransId="{0E85B7DE-8868-4F5E-98ED-9C73CCC33550}" sibTransId="{D25F422B-F48A-4B5E-B4D8-1CE177272D09}"/>
    <dgm:cxn modelId="{2532A0DF-1F23-4B84-BBCE-CD5B9887B71E}" srcId="{CEB0BEF4-E1C6-49B7-A9EE-FE5E045E75AB}" destId="{789DC84B-C2CC-4613-9549-26131F12EE48}" srcOrd="2" destOrd="0" parTransId="{E7796DE0-E117-47D5-BAC6-E64EA46103CA}" sibTransId="{1D17F97A-AE34-4C22-82B2-80AC535A5A8E}"/>
    <dgm:cxn modelId="{B95C94E8-E89B-4936-9CB5-59ACE47D755A}" srcId="{B543F52D-E754-40F9-8601-EFC932BFE531}" destId="{FF520BE9-44F8-403C-8704-77D364E42411}" srcOrd="1" destOrd="0" parTransId="{59BDB63E-F47D-4300-8DAF-82C06701DB57}" sibTransId="{A608A1A6-2F0E-4E91-A56D-D6F2E9068CE1}"/>
    <dgm:cxn modelId="{FC79DEE8-7DE0-41E2-8AFE-3A14CF5B9C0A}" type="presOf" srcId="{092B9A64-F49A-478A-A5D1-AFDB0A14D3B7}" destId="{986F7082-77A5-4DC9-8967-BB1F7FA7F288}" srcOrd="0" destOrd="2" presId="urn:microsoft.com/office/officeart/2011/layout/TabList"/>
    <dgm:cxn modelId="{C1FE14F2-04A8-4271-83EB-798C6E5A0C82}" srcId="{BF8644E6-0D9A-4508-AED0-04AAB6092307}" destId="{A9EF4C9F-B977-4827-9DD0-F7C994DBFD8E}" srcOrd="1" destOrd="0" parTransId="{69939D38-56A8-4FAD-937D-A416A3E3B3D6}" sibTransId="{91408154-DC88-4AD2-B2EE-E3D5EB888C41}"/>
    <dgm:cxn modelId="{4960E6B9-E3B7-4704-A5B9-8E4A2DC140E8}" type="presParOf" srcId="{A83BF5F7-312E-4019-9068-E6B55A0967DA}" destId="{57086B44-11C3-47F3-8C58-E935F5BCCEA0}" srcOrd="0" destOrd="0" presId="urn:microsoft.com/office/officeart/2011/layout/TabList"/>
    <dgm:cxn modelId="{A3B57DCB-CF36-499B-866A-50A285B1B309}" type="presParOf" srcId="{57086B44-11C3-47F3-8C58-E935F5BCCEA0}" destId="{806C996F-A907-4DCA-BDB6-07C71BEEA13E}" srcOrd="0" destOrd="0" presId="urn:microsoft.com/office/officeart/2011/layout/TabList"/>
    <dgm:cxn modelId="{D80B9DC2-A001-42AA-BA18-E4D435C385E1}" type="presParOf" srcId="{57086B44-11C3-47F3-8C58-E935F5BCCEA0}" destId="{DFD7F2B6-B904-4C32-BF82-6B81F207CC11}" srcOrd="1" destOrd="0" presId="urn:microsoft.com/office/officeart/2011/layout/TabList"/>
    <dgm:cxn modelId="{34C5F44F-673D-473A-8237-2F8945BA42B0}" type="presParOf" srcId="{57086B44-11C3-47F3-8C58-E935F5BCCEA0}" destId="{2E111EBB-44DC-492E-85C2-0698A8DE22E5}" srcOrd="2" destOrd="0" presId="urn:microsoft.com/office/officeart/2011/layout/TabList"/>
    <dgm:cxn modelId="{0D22AF34-2273-43FB-B3DE-178CD8435086}" type="presParOf" srcId="{A83BF5F7-312E-4019-9068-E6B55A0967DA}" destId="{986F7082-77A5-4DC9-8967-BB1F7FA7F288}" srcOrd="1" destOrd="0" presId="urn:microsoft.com/office/officeart/2011/layout/TabList"/>
    <dgm:cxn modelId="{FD8DFD6A-42B8-4D92-956D-9EAA582297B5}" type="presParOf" srcId="{A83BF5F7-312E-4019-9068-E6B55A0967DA}" destId="{203CF913-D7D6-4BF5-9862-2A9F270D4145}" srcOrd="2" destOrd="0" presId="urn:microsoft.com/office/officeart/2011/layout/TabList"/>
    <dgm:cxn modelId="{62A0FEEC-E7E7-4395-BF5C-13D38F4A9934}" type="presParOf" srcId="{A83BF5F7-312E-4019-9068-E6B55A0967DA}" destId="{7D69F1A6-98A2-4189-A9A4-FC321EC37782}" srcOrd="3" destOrd="0" presId="urn:microsoft.com/office/officeart/2011/layout/TabList"/>
    <dgm:cxn modelId="{4BEA79B1-AF54-4AD5-A4F5-C5D7AF117161}" type="presParOf" srcId="{7D69F1A6-98A2-4189-A9A4-FC321EC37782}" destId="{D4DA05CA-BCFE-48E9-9C9B-421C947985A0}" srcOrd="0" destOrd="0" presId="urn:microsoft.com/office/officeart/2011/layout/TabList"/>
    <dgm:cxn modelId="{C197406F-7182-44D9-BEC0-A5C9C83D35A9}" type="presParOf" srcId="{7D69F1A6-98A2-4189-A9A4-FC321EC37782}" destId="{EF5F474B-BD9E-4415-A7AA-BD604421E770}" srcOrd="1" destOrd="0" presId="urn:microsoft.com/office/officeart/2011/layout/TabList"/>
    <dgm:cxn modelId="{BBED6337-219A-4E7E-9936-496013D20639}" type="presParOf" srcId="{7D69F1A6-98A2-4189-A9A4-FC321EC37782}" destId="{296554C9-FAF3-4FAC-A7F1-BAEED297EB61}" srcOrd="2" destOrd="0" presId="urn:microsoft.com/office/officeart/2011/layout/TabList"/>
    <dgm:cxn modelId="{28A1E626-E5DE-4DBB-A99D-F8552BFF8744}" type="presParOf" srcId="{A83BF5F7-312E-4019-9068-E6B55A0967DA}" destId="{B48B03D3-2A2B-4C4C-B9F6-073D315FBBF3}" srcOrd="4" destOrd="0" presId="urn:microsoft.com/office/officeart/2011/layout/TabList"/>
    <dgm:cxn modelId="{6E63F59E-A9DE-4801-9088-05D26D277F17}" type="presParOf" srcId="{A83BF5F7-312E-4019-9068-E6B55A0967DA}" destId="{68DC85BA-05CD-485A-A9A4-5069AF90FE47}" srcOrd="5" destOrd="0" presId="urn:microsoft.com/office/officeart/2011/layout/TabList"/>
    <dgm:cxn modelId="{852CB71B-7C29-46EE-B380-9B755870317E}" type="presParOf" srcId="{A83BF5F7-312E-4019-9068-E6B55A0967DA}" destId="{25B6BA29-1C7A-4202-894C-7A5CAE178158}" srcOrd="6" destOrd="0" presId="urn:microsoft.com/office/officeart/2011/layout/TabList"/>
    <dgm:cxn modelId="{AA307EE5-217E-4EC9-8606-BD358E430A69}" type="presParOf" srcId="{25B6BA29-1C7A-4202-894C-7A5CAE178158}" destId="{3DEF2224-3A05-4102-B48A-AF0398EE74A0}" srcOrd="0" destOrd="0" presId="urn:microsoft.com/office/officeart/2011/layout/TabList"/>
    <dgm:cxn modelId="{ABABC25A-9951-4AB7-AF9C-B8DCA89200D5}" type="presParOf" srcId="{25B6BA29-1C7A-4202-894C-7A5CAE178158}" destId="{C7735192-9F98-4E3A-BA48-7B693A5ADCC5}" srcOrd="1" destOrd="0" presId="urn:microsoft.com/office/officeart/2011/layout/TabList"/>
    <dgm:cxn modelId="{E299A877-5E08-48C9-B80F-CEB25D0CBE23}" type="presParOf" srcId="{25B6BA29-1C7A-4202-894C-7A5CAE178158}" destId="{EE78BA20-486F-497B-9671-22DB8BF1CFF3}" srcOrd="2" destOrd="0" presId="urn:microsoft.com/office/officeart/2011/layout/TabList"/>
    <dgm:cxn modelId="{EE2799CB-05DE-46E3-99D8-6C2B28794105}" type="presParOf" srcId="{A83BF5F7-312E-4019-9068-E6B55A0967DA}" destId="{EFC1666F-410B-4CC8-8C44-9BAD1E559F2D}" srcOrd="7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3F7FC5E-6662-4533-B01A-407BFF93F8F9}" type="doc">
      <dgm:prSet loTypeId="urn:microsoft.com/office/officeart/2005/8/layout/list1" loCatId="list" qsTypeId="urn:microsoft.com/office/officeart/2005/8/quickstyle/simple1#6" qsCatId="simple" csTypeId="urn:microsoft.com/office/officeart/2005/8/colors/accent1_2#6" csCatId="accent1" phldr="0"/>
      <dgm:spPr/>
      <dgm:t>
        <a:bodyPr/>
        <a:lstStyle/>
        <a:p>
          <a:endParaRPr lang="en-IN"/>
        </a:p>
      </dgm:t>
    </dgm:pt>
    <dgm:pt modelId="{28C4518F-74C3-468E-831C-3B74D099414F}" type="pres">
      <dgm:prSet presAssocID="{C3F7FC5E-6662-4533-B01A-407BFF93F8F9}" presName="linear" presStyleCnt="0">
        <dgm:presLayoutVars>
          <dgm:dir/>
          <dgm:animLvl val="lvl"/>
          <dgm:resizeHandles val="exact"/>
        </dgm:presLayoutVars>
      </dgm:prSet>
      <dgm:spPr/>
    </dgm:pt>
  </dgm:ptLst>
  <dgm:cxnLst>
    <dgm:cxn modelId="{7C585054-3D91-491A-8F88-58A4B3062873}" type="presOf" srcId="{C3F7FC5E-6662-4533-B01A-407BFF93F8F9}" destId="{28C4518F-74C3-468E-831C-3B74D099414F}" srcOrd="0" destOrd="0" presId="urn:microsoft.com/office/officeart/2005/8/layout/list1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861467A-8598-45F2-A243-1D4AE5A6A3C3}" type="doc">
      <dgm:prSet loTypeId="urn:microsoft.com/office/officeart/2008/layout/VerticalCurvedList" loCatId="list" qsTypeId="urn:microsoft.com/office/officeart/2005/8/quickstyle/simple1#7" qsCatId="simple" csTypeId="urn:microsoft.com/office/officeart/2005/8/colors/accent1_2#7" csCatId="accent1" phldr="1"/>
      <dgm:spPr/>
      <dgm:t>
        <a:bodyPr/>
        <a:lstStyle/>
        <a:p>
          <a:endParaRPr lang="en-IN"/>
        </a:p>
      </dgm:t>
    </dgm:pt>
    <dgm:pt modelId="{A2A128F4-68E1-4EED-8D84-90E7C2110E03}">
      <dgm:prSet phldrT="[Text]" phldr="0" custT="1"/>
      <dgm:spPr>
        <a:solidFill>
          <a:srgbClr val="096082"/>
        </a:solidFill>
        <a:ln>
          <a:solidFill>
            <a:schemeClr val="tx2">
              <a:lumMod val="75000"/>
              <a:lumOff val="25000"/>
            </a:schemeClr>
          </a:solidFill>
        </a:ln>
      </dgm:spPr>
      <dgm:t>
        <a:bodyPr/>
        <a:lstStyle/>
        <a:p>
          <a:r>
            <a:rPr lang="en-US" sz="1200" b="0" dirty="0">
              <a:solidFill>
                <a:schemeClr val="bg1"/>
              </a:solidFill>
            </a:rPr>
            <a:t>Must have </a:t>
          </a:r>
          <a:r>
            <a:rPr lang="en-US" sz="1200" b="1" dirty="0">
              <a:solidFill>
                <a:srgbClr val="FFFF00"/>
              </a:solidFill>
            </a:rPr>
            <a:t>Python version </a:t>
          </a:r>
          <a:r>
            <a:rPr lang="en-IN" sz="1200" b="1" dirty="0">
              <a:solidFill>
                <a:srgbClr val="FFFF00"/>
              </a:solidFill>
            </a:rPr>
            <a:t>3.13 </a:t>
          </a:r>
          <a:r>
            <a:rPr lang="en-IN" sz="1200" b="0" dirty="0">
              <a:solidFill>
                <a:schemeClr val="bg1"/>
              </a:solidFill>
            </a:rPr>
            <a:t>(64-bit) installed in your system.</a:t>
          </a:r>
        </a:p>
      </dgm:t>
    </dgm:pt>
    <dgm:pt modelId="{35488347-467A-4A1E-A4F5-36A5E0757E5F}" type="parTrans" cxnId="{91AEE742-A74E-4728-A8EC-3DB7369FDBF4}">
      <dgm:prSet/>
      <dgm:spPr/>
      <dgm:t>
        <a:bodyPr/>
        <a:lstStyle/>
        <a:p>
          <a:endParaRPr lang="en-IN"/>
        </a:p>
      </dgm:t>
    </dgm:pt>
    <dgm:pt modelId="{5A65103E-5C53-44F8-81A3-2E0E502203B4}" type="sibTrans" cxnId="{91AEE742-A74E-4728-A8EC-3DB7369FDBF4}">
      <dgm:prSet/>
      <dgm:spPr>
        <a:ln>
          <a:solidFill>
            <a:schemeClr val="tx2">
              <a:lumMod val="75000"/>
              <a:lumOff val="25000"/>
            </a:schemeClr>
          </a:solidFill>
        </a:ln>
      </dgm:spPr>
      <dgm:t>
        <a:bodyPr/>
        <a:lstStyle/>
        <a:p>
          <a:endParaRPr lang="en-IN"/>
        </a:p>
      </dgm:t>
    </dgm:pt>
    <dgm:pt modelId="{852E5A78-56A8-4651-AFF4-A69F997F9196}">
      <dgm:prSet phldrT="[Text]" phldr="0" custT="1"/>
      <dgm:spPr>
        <a:solidFill>
          <a:srgbClr val="096082"/>
        </a:solidFill>
        <a:ln>
          <a:solidFill>
            <a:schemeClr val="tx2">
              <a:lumMod val="75000"/>
              <a:lumOff val="25000"/>
            </a:schemeClr>
          </a:solidFill>
        </a:ln>
      </dgm:spPr>
      <dgm:t>
        <a:bodyPr/>
        <a:lstStyle/>
        <a:p>
          <a:r>
            <a:rPr lang="en-US" sz="1200" dirty="0">
              <a:solidFill>
                <a:schemeClr val="bg1"/>
              </a:solidFill>
            </a:rPr>
            <a:t>Must have the PTA Python code folder in your system.</a:t>
          </a:r>
          <a:endParaRPr lang="en-IN" sz="1200" dirty="0">
            <a:solidFill>
              <a:schemeClr val="tx1"/>
            </a:solidFill>
          </a:endParaRPr>
        </a:p>
      </dgm:t>
    </dgm:pt>
    <dgm:pt modelId="{96FABCB2-D023-4BE2-BFE3-D62CBC2B39E5}" type="parTrans" cxnId="{DDC91738-DF18-4D02-B1A8-DA824A2A282F}">
      <dgm:prSet/>
      <dgm:spPr/>
      <dgm:t>
        <a:bodyPr/>
        <a:lstStyle/>
        <a:p>
          <a:endParaRPr lang="en-IN"/>
        </a:p>
      </dgm:t>
    </dgm:pt>
    <dgm:pt modelId="{AB27E809-3430-4B2C-AAB5-BA81E3956890}" type="sibTrans" cxnId="{DDC91738-DF18-4D02-B1A8-DA824A2A282F}">
      <dgm:prSet/>
      <dgm:spPr/>
      <dgm:t>
        <a:bodyPr/>
        <a:lstStyle/>
        <a:p>
          <a:endParaRPr lang="en-IN"/>
        </a:p>
      </dgm:t>
    </dgm:pt>
    <dgm:pt modelId="{4FAFAD12-EF02-485B-981C-0C05D5630751}">
      <dgm:prSet phldrT="[Text]" phldr="0" custT="1"/>
      <dgm:spPr>
        <a:solidFill>
          <a:srgbClr val="096082"/>
        </a:solidFill>
        <a:ln>
          <a:solidFill>
            <a:schemeClr val="tx2">
              <a:lumMod val="75000"/>
              <a:lumOff val="25000"/>
            </a:schemeClr>
          </a:solidFill>
        </a:ln>
      </dgm:spPr>
      <dgm:t>
        <a:bodyPr/>
        <a:lstStyle/>
        <a:p>
          <a:r>
            <a:rPr lang="en-US" sz="1200" dirty="0">
              <a:solidFill>
                <a:schemeClr val="bg1"/>
              </a:solidFill>
            </a:rPr>
            <a:t>Have </a:t>
          </a:r>
          <a:r>
            <a:rPr lang="en-US" sz="1200" dirty="0">
              <a:solidFill>
                <a:srgbClr val="FFFF00"/>
              </a:solidFill>
            </a:rPr>
            <a:t>VS code </a:t>
          </a:r>
          <a:r>
            <a:rPr lang="en-US" sz="1200" dirty="0">
              <a:solidFill>
                <a:schemeClr val="bg1"/>
              </a:solidFill>
            </a:rPr>
            <a:t>in your system and should know 2-3 commands to run this tool.</a:t>
          </a:r>
          <a:endParaRPr lang="en-IN" sz="1200" dirty="0">
            <a:solidFill>
              <a:schemeClr val="bg1"/>
            </a:solidFill>
          </a:endParaRPr>
        </a:p>
      </dgm:t>
    </dgm:pt>
    <dgm:pt modelId="{E0CB3D03-B296-4A1E-8322-0EEFF342483A}" type="parTrans" cxnId="{BE4D3BFE-B154-445A-9175-8C818D3E4675}">
      <dgm:prSet/>
      <dgm:spPr/>
      <dgm:t>
        <a:bodyPr/>
        <a:lstStyle/>
        <a:p>
          <a:endParaRPr lang="en-IN"/>
        </a:p>
      </dgm:t>
    </dgm:pt>
    <dgm:pt modelId="{28B7F2D7-C2CC-48BC-84A2-9DF1F9686976}" type="sibTrans" cxnId="{BE4D3BFE-B154-445A-9175-8C818D3E4675}">
      <dgm:prSet/>
      <dgm:spPr/>
      <dgm:t>
        <a:bodyPr/>
        <a:lstStyle/>
        <a:p>
          <a:endParaRPr lang="en-IN"/>
        </a:p>
      </dgm:t>
    </dgm:pt>
    <dgm:pt modelId="{2E3D6C3A-61CD-4212-9B22-878B7A15B16A}" type="pres">
      <dgm:prSet presAssocID="{7861467A-8598-45F2-A243-1D4AE5A6A3C3}" presName="Name0" presStyleCnt="0">
        <dgm:presLayoutVars>
          <dgm:chMax val="7"/>
          <dgm:chPref val="7"/>
          <dgm:dir/>
        </dgm:presLayoutVars>
      </dgm:prSet>
      <dgm:spPr/>
    </dgm:pt>
    <dgm:pt modelId="{EEC35948-85AA-401B-A7EC-2F1D87355A28}" type="pres">
      <dgm:prSet presAssocID="{7861467A-8598-45F2-A243-1D4AE5A6A3C3}" presName="Name1" presStyleCnt="0"/>
      <dgm:spPr/>
    </dgm:pt>
    <dgm:pt modelId="{B163E9BF-2A71-43E2-95FD-353251437196}" type="pres">
      <dgm:prSet presAssocID="{7861467A-8598-45F2-A243-1D4AE5A6A3C3}" presName="cycle" presStyleCnt="0"/>
      <dgm:spPr/>
    </dgm:pt>
    <dgm:pt modelId="{CBCBC97F-3E3F-430C-B32B-F353697768E4}" type="pres">
      <dgm:prSet presAssocID="{7861467A-8598-45F2-A243-1D4AE5A6A3C3}" presName="srcNode" presStyleLbl="node1" presStyleIdx="0" presStyleCnt="3"/>
      <dgm:spPr/>
    </dgm:pt>
    <dgm:pt modelId="{D1EB44FB-9AB2-4537-A196-7EC41AC56FB5}" type="pres">
      <dgm:prSet presAssocID="{7861467A-8598-45F2-A243-1D4AE5A6A3C3}" presName="conn" presStyleLbl="parChTrans1D2" presStyleIdx="0" presStyleCnt="1"/>
      <dgm:spPr/>
    </dgm:pt>
    <dgm:pt modelId="{D27608F1-8192-4DB8-9DF1-324E660B7DC1}" type="pres">
      <dgm:prSet presAssocID="{7861467A-8598-45F2-A243-1D4AE5A6A3C3}" presName="extraNode" presStyleLbl="node1" presStyleIdx="0" presStyleCnt="3"/>
      <dgm:spPr/>
    </dgm:pt>
    <dgm:pt modelId="{D1F14436-8C80-47F3-A2E0-EF55E53F21B0}" type="pres">
      <dgm:prSet presAssocID="{7861467A-8598-45F2-A243-1D4AE5A6A3C3}" presName="dstNode" presStyleLbl="node1" presStyleIdx="0" presStyleCnt="3"/>
      <dgm:spPr/>
    </dgm:pt>
    <dgm:pt modelId="{101E0D36-0575-4875-A291-A168303AC3D2}" type="pres">
      <dgm:prSet presAssocID="{A2A128F4-68E1-4EED-8D84-90E7C2110E03}" presName="text_1" presStyleLbl="node1" presStyleIdx="0" presStyleCnt="3">
        <dgm:presLayoutVars>
          <dgm:bulletEnabled val="1"/>
        </dgm:presLayoutVars>
      </dgm:prSet>
      <dgm:spPr/>
    </dgm:pt>
    <dgm:pt modelId="{4510632C-45A6-4CC2-A7B3-94019A7C0A2C}" type="pres">
      <dgm:prSet presAssocID="{A2A128F4-68E1-4EED-8D84-90E7C2110E03}" presName="accent_1" presStyleCnt="0"/>
      <dgm:spPr/>
    </dgm:pt>
    <dgm:pt modelId="{8AC349E9-8697-415F-9934-F11AEB6ECED6}" type="pres">
      <dgm:prSet presAssocID="{A2A128F4-68E1-4EED-8D84-90E7C2110E03}" presName="accentRepeatNode" presStyleLbl="solidFgAcc1" presStyleIdx="0" presStyleCnt="3"/>
      <dgm:spPr>
        <a:ln>
          <a:solidFill>
            <a:schemeClr val="tx2">
              <a:lumMod val="75000"/>
              <a:lumOff val="25000"/>
            </a:schemeClr>
          </a:solidFill>
        </a:ln>
      </dgm:spPr>
    </dgm:pt>
    <dgm:pt modelId="{4EFE24E3-BB0F-456F-805E-21C291844D9D}" type="pres">
      <dgm:prSet presAssocID="{852E5A78-56A8-4651-AFF4-A69F997F9196}" presName="text_2" presStyleLbl="node1" presStyleIdx="1" presStyleCnt="3">
        <dgm:presLayoutVars>
          <dgm:bulletEnabled val="1"/>
        </dgm:presLayoutVars>
      </dgm:prSet>
      <dgm:spPr/>
    </dgm:pt>
    <dgm:pt modelId="{53F3A9BE-43F3-41D1-A79D-D86FD8491F76}" type="pres">
      <dgm:prSet presAssocID="{852E5A78-56A8-4651-AFF4-A69F997F9196}" presName="accent_2" presStyleCnt="0"/>
      <dgm:spPr/>
    </dgm:pt>
    <dgm:pt modelId="{F77B08C3-52D2-43FA-AFAE-2F96FA679751}" type="pres">
      <dgm:prSet presAssocID="{852E5A78-56A8-4651-AFF4-A69F997F9196}" presName="accentRepeatNode" presStyleLbl="solidFgAcc1" presStyleIdx="1" presStyleCnt="3"/>
      <dgm:spPr>
        <a:ln>
          <a:solidFill>
            <a:schemeClr val="tx2">
              <a:lumMod val="75000"/>
              <a:lumOff val="25000"/>
            </a:schemeClr>
          </a:solidFill>
        </a:ln>
      </dgm:spPr>
    </dgm:pt>
    <dgm:pt modelId="{27AE30B6-8247-4AF9-B30A-AFEF627B8CDC}" type="pres">
      <dgm:prSet presAssocID="{4FAFAD12-EF02-485B-981C-0C05D5630751}" presName="text_3" presStyleLbl="node1" presStyleIdx="2" presStyleCnt="3">
        <dgm:presLayoutVars>
          <dgm:bulletEnabled val="1"/>
        </dgm:presLayoutVars>
      </dgm:prSet>
      <dgm:spPr/>
    </dgm:pt>
    <dgm:pt modelId="{27664C29-D715-44D4-A189-C278F823FE1C}" type="pres">
      <dgm:prSet presAssocID="{4FAFAD12-EF02-485B-981C-0C05D5630751}" presName="accent_3" presStyleCnt="0"/>
      <dgm:spPr/>
    </dgm:pt>
    <dgm:pt modelId="{5CFFB6DC-06CE-4BE4-A90A-9FC8F8DF723E}" type="pres">
      <dgm:prSet presAssocID="{4FAFAD12-EF02-485B-981C-0C05D5630751}" presName="accentRepeatNode" presStyleLbl="solidFgAcc1" presStyleIdx="2" presStyleCnt="3"/>
      <dgm:spPr>
        <a:ln>
          <a:solidFill>
            <a:schemeClr val="tx2">
              <a:lumMod val="75000"/>
              <a:lumOff val="25000"/>
            </a:schemeClr>
          </a:solidFill>
        </a:ln>
      </dgm:spPr>
    </dgm:pt>
  </dgm:ptLst>
  <dgm:cxnLst>
    <dgm:cxn modelId="{C357CC0F-7051-4BDC-9AF4-A6250807F853}" type="presOf" srcId="{7861467A-8598-45F2-A243-1D4AE5A6A3C3}" destId="{2E3D6C3A-61CD-4212-9B22-878B7A15B16A}" srcOrd="0" destOrd="0" presId="urn:microsoft.com/office/officeart/2008/layout/VerticalCurvedList"/>
    <dgm:cxn modelId="{DB83EB28-4C29-407A-AEDC-ED38FD60B575}" type="presOf" srcId="{A2A128F4-68E1-4EED-8D84-90E7C2110E03}" destId="{101E0D36-0575-4875-A291-A168303AC3D2}" srcOrd="0" destOrd="0" presId="urn:microsoft.com/office/officeart/2008/layout/VerticalCurvedList"/>
    <dgm:cxn modelId="{DDC91738-DF18-4D02-B1A8-DA824A2A282F}" srcId="{7861467A-8598-45F2-A243-1D4AE5A6A3C3}" destId="{852E5A78-56A8-4651-AFF4-A69F997F9196}" srcOrd="1" destOrd="0" parTransId="{96FABCB2-D023-4BE2-BFE3-D62CBC2B39E5}" sibTransId="{AB27E809-3430-4B2C-AAB5-BA81E3956890}"/>
    <dgm:cxn modelId="{775E6E3A-FCA4-4312-994A-26F4680BDD1A}" type="presOf" srcId="{852E5A78-56A8-4651-AFF4-A69F997F9196}" destId="{4EFE24E3-BB0F-456F-805E-21C291844D9D}" srcOrd="0" destOrd="0" presId="urn:microsoft.com/office/officeart/2008/layout/VerticalCurvedList"/>
    <dgm:cxn modelId="{91AEE742-A74E-4728-A8EC-3DB7369FDBF4}" srcId="{7861467A-8598-45F2-A243-1D4AE5A6A3C3}" destId="{A2A128F4-68E1-4EED-8D84-90E7C2110E03}" srcOrd="0" destOrd="0" parTransId="{35488347-467A-4A1E-A4F5-36A5E0757E5F}" sibTransId="{5A65103E-5C53-44F8-81A3-2E0E502203B4}"/>
    <dgm:cxn modelId="{48F541C2-EC7F-4554-A4CE-6E861A022D20}" type="presOf" srcId="{4FAFAD12-EF02-485B-981C-0C05D5630751}" destId="{27AE30B6-8247-4AF9-B30A-AFEF627B8CDC}" srcOrd="0" destOrd="0" presId="urn:microsoft.com/office/officeart/2008/layout/VerticalCurvedList"/>
    <dgm:cxn modelId="{265F01F9-9467-47DA-B51C-494A64487C36}" type="presOf" srcId="{5A65103E-5C53-44F8-81A3-2E0E502203B4}" destId="{D1EB44FB-9AB2-4537-A196-7EC41AC56FB5}" srcOrd="0" destOrd="0" presId="urn:microsoft.com/office/officeart/2008/layout/VerticalCurvedList"/>
    <dgm:cxn modelId="{BE4D3BFE-B154-445A-9175-8C818D3E4675}" srcId="{7861467A-8598-45F2-A243-1D4AE5A6A3C3}" destId="{4FAFAD12-EF02-485B-981C-0C05D5630751}" srcOrd="2" destOrd="0" parTransId="{E0CB3D03-B296-4A1E-8322-0EEFF342483A}" sibTransId="{28B7F2D7-C2CC-48BC-84A2-9DF1F9686976}"/>
    <dgm:cxn modelId="{07CDA86C-A483-48DC-BAEE-EB3EF5E41D9A}" type="presParOf" srcId="{2E3D6C3A-61CD-4212-9B22-878B7A15B16A}" destId="{EEC35948-85AA-401B-A7EC-2F1D87355A28}" srcOrd="0" destOrd="0" presId="urn:microsoft.com/office/officeart/2008/layout/VerticalCurvedList"/>
    <dgm:cxn modelId="{3476E852-5508-4D80-BE0E-A0C06C54170E}" type="presParOf" srcId="{EEC35948-85AA-401B-A7EC-2F1D87355A28}" destId="{B163E9BF-2A71-43E2-95FD-353251437196}" srcOrd="0" destOrd="0" presId="urn:microsoft.com/office/officeart/2008/layout/VerticalCurvedList"/>
    <dgm:cxn modelId="{AC39549A-10A1-410B-A8D4-59EF8453108F}" type="presParOf" srcId="{B163E9BF-2A71-43E2-95FD-353251437196}" destId="{CBCBC97F-3E3F-430C-B32B-F353697768E4}" srcOrd="0" destOrd="0" presId="urn:microsoft.com/office/officeart/2008/layout/VerticalCurvedList"/>
    <dgm:cxn modelId="{582CEC6E-F8C1-467D-85B1-A9D1597E27F0}" type="presParOf" srcId="{B163E9BF-2A71-43E2-95FD-353251437196}" destId="{D1EB44FB-9AB2-4537-A196-7EC41AC56FB5}" srcOrd="1" destOrd="0" presId="urn:microsoft.com/office/officeart/2008/layout/VerticalCurvedList"/>
    <dgm:cxn modelId="{C3F0B2D0-94BC-46E3-93C2-7181B0E53E8B}" type="presParOf" srcId="{B163E9BF-2A71-43E2-95FD-353251437196}" destId="{D27608F1-8192-4DB8-9DF1-324E660B7DC1}" srcOrd="2" destOrd="0" presId="urn:microsoft.com/office/officeart/2008/layout/VerticalCurvedList"/>
    <dgm:cxn modelId="{2E010244-0285-476B-A7C5-873787EF3ED8}" type="presParOf" srcId="{B163E9BF-2A71-43E2-95FD-353251437196}" destId="{D1F14436-8C80-47F3-A2E0-EF55E53F21B0}" srcOrd="3" destOrd="0" presId="urn:microsoft.com/office/officeart/2008/layout/VerticalCurvedList"/>
    <dgm:cxn modelId="{7FC03344-C9DA-4F38-8700-4F66EE7691A2}" type="presParOf" srcId="{EEC35948-85AA-401B-A7EC-2F1D87355A28}" destId="{101E0D36-0575-4875-A291-A168303AC3D2}" srcOrd="1" destOrd="0" presId="urn:microsoft.com/office/officeart/2008/layout/VerticalCurvedList"/>
    <dgm:cxn modelId="{2D42E5A0-C378-49C3-B15F-0563198E5989}" type="presParOf" srcId="{EEC35948-85AA-401B-A7EC-2F1D87355A28}" destId="{4510632C-45A6-4CC2-A7B3-94019A7C0A2C}" srcOrd="2" destOrd="0" presId="urn:microsoft.com/office/officeart/2008/layout/VerticalCurvedList"/>
    <dgm:cxn modelId="{99B6E694-A768-4784-BF0F-33E8543C1496}" type="presParOf" srcId="{4510632C-45A6-4CC2-A7B3-94019A7C0A2C}" destId="{8AC349E9-8697-415F-9934-F11AEB6ECED6}" srcOrd="0" destOrd="0" presId="urn:microsoft.com/office/officeart/2008/layout/VerticalCurvedList"/>
    <dgm:cxn modelId="{ABFCC321-388E-4881-8D86-27D307390DD8}" type="presParOf" srcId="{EEC35948-85AA-401B-A7EC-2F1D87355A28}" destId="{4EFE24E3-BB0F-456F-805E-21C291844D9D}" srcOrd="3" destOrd="0" presId="urn:microsoft.com/office/officeart/2008/layout/VerticalCurvedList"/>
    <dgm:cxn modelId="{DD521C78-6BC6-4F4E-975A-CC7B38D47947}" type="presParOf" srcId="{EEC35948-85AA-401B-A7EC-2F1D87355A28}" destId="{53F3A9BE-43F3-41D1-A79D-D86FD8491F76}" srcOrd="4" destOrd="0" presId="urn:microsoft.com/office/officeart/2008/layout/VerticalCurvedList"/>
    <dgm:cxn modelId="{95197DDE-EFF4-45B7-ACEA-A8A3831605F0}" type="presParOf" srcId="{53F3A9BE-43F3-41D1-A79D-D86FD8491F76}" destId="{F77B08C3-52D2-43FA-AFAE-2F96FA679751}" srcOrd="0" destOrd="0" presId="urn:microsoft.com/office/officeart/2008/layout/VerticalCurvedList"/>
    <dgm:cxn modelId="{95D57129-1A44-4EB4-BDC2-797BCC1A2E4E}" type="presParOf" srcId="{EEC35948-85AA-401B-A7EC-2F1D87355A28}" destId="{27AE30B6-8247-4AF9-B30A-AFEF627B8CDC}" srcOrd="5" destOrd="0" presId="urn:microsoft.com/office/officeart/2008/layout/VerticalCurvedList"/>
    <dgm:cxn modelId="{EDF15207-C0FA-49FC-86D9-6926F5822878}" type="presParOf" srcId="{EEC35948-85AA-401B-A7EC-2F1D87355A28}" destId="{27664C29-D715-44D4-A189-C278F823FE1C}" srcOrd="6" destOrd="0" presId="urn:microsoft.com/office/officeart/2008/layout/VerticalCurvedList"/>
    <dgm:cxn modelId="{7C5E56B1-FD33-4930-BE00-229EBEC3C65D}" type="presParOf" srcId="{27664C29-D715-44D4-A189-C278F823FE1C}" destId="{5CFFB6DC-06CE-4BE4-A90A-9FC8F8DF723E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58282FE-B9E9-4AF9-A144-27BF69982139}" type="doc">
      <dgm:prSet loTypeId="urn:diagrams.loki3.com/BracketList" loCatId="list" qsTypeId="urn:microsoft.com/office/officeart/2005/8/quickstyle/simple1#8" qsCatId="simple" csTypeId="urn:microsoft.com/office/officeart/2005/8/colors/accent1_2#8" csCatId="accent1" phldr="1"/>
      <dgm:spPr/>
      <dgm:t>
        <a:bodyPr/>
        <a:lstStyle/>
        <a:p>
          <a:endParaRPr lang="en-US"/>
        </a:p>
      </dgm:t>
    </dgm:pt>
    <dgm:pt modelId="{D7FE8E30-51E6-4FB4-B84F-27B94FE103DB}">
      <dgm:prSet phldrT="[Text]" phldr="0" custT="1"/>
      <dgm:spPr/>
      <dgm:t>
        <a:bodyPr/>
        <a:lstStyle/>
        <a:p>
          <a:r>
            <a:rPr lang="en-US" sz="1400" b="1" dirty="0">
              <a:solidFill>
                <a:srgbClr val="FF0000"/>
              </a:solidFill>
            </a:rPr>
            <a:t>Reports Requirement</a:t>
          </a:r>
        </a:p>
      </dgm:t>
    </dgm:pt>
    <dgm:pt modelId="{05F4B831-6CA1-4181-8CEC-127906D54507}" type="parTrans" cxnId="{A28C2F2A-CC9B-44AE-89A5-0938F458DDCB}">
      <dgm:prSet/>
      <dgm:spPr/>
      <dgm:t>
        <a:bodyPr/>
        <a:lstStyle/>
        <a:p>
          <a:endParaRPr lang="en-US"/>
        </a:p>
      </dgm:t>
    </dgm:pt>
    <dgm:pt modelId="{38BFA493-8386-47AA-B905-079C2ADCB002}" type="sibTrans" cxnId="{A28C2F2A-CC9B-44AE-89A5-0938F458DDCB}">
      <dgm:prSet/>
      <dgm:spPr/>
      <dgm:t>
        <a:bodyPr/>
        <a:lstStyle/>
        <a:p>
          <a:endParaRPr lang="en-US"/>
        </a:p>
      </dgm:t>
    </dgm:pt>
    <dgm:pt modelId="{2691BD18-477C-4BA7-BDD4-78E5DFFA9C08}">
      <dgm:prSet phldrT="[Text]" custT="1"/>
      <dgm:spPr>
        <a:solidFill>
          <a:schemeClr val="accent6">
            <a:lumMod val="75000"/>
          </a:schemeClr>
        </a:solidFill>
      </dgm:spPr>
      <dgm:t>
        <a:bodyPr/>
        <a:lstStyle/>
        <a:p>
          <a:pPr>
            <a:buNone/>
          </a:pPr>
          <a:endParaRPr lang="en-US" sz="1200" dirty="0"/>
        </a:p>
      </dgm:t>
    </dgm:pt>
    <dgm:pt modelId="{98B47DBE-8740-4D2A-88BC-F2A2C593B942}" type="parTrans" cxnId="{3563A04E-A002-401B-B8B1-9196BADF8F1D}">
      <dgm:prSet/>
      <dgm:spPr/>
      <dgm:t>
        <a:bodyPr/>
        <a:lstStyle/>
        <a:p>
          <a:endParaRPr lang="en-US"/>
        </a:p>
      </dgm:t>
    </dgm:pt>
    <dgm:pt modelId="{A17BCC5A-2A55-4ACE-A9E4-CD0270342EE2}" type="sibTrans" cxnId="{3563A04E-A002-401B-B8B1-9196BADF8F1D}">
      <dgm:prSet/>
      <dgm:spPr/>
      <dgm:t>
        <a:bodyPr/>
        <a:lstStyle/>
        <a:p>
          <a:endParaRPr lang="en-US"/>
        </a:p>
      </dgm:t>
    </dgm:pt>
    <dgm:pt modelId="{5A17B13B-D721-43A9-9224-DB4369E0F6D6}">
      <dgm:prSet phldrT="[Text]" phldr="0" custT="1"/>
      <dgm:spPr/>
      <dgm:t>
        <a:bodyPr/>
        <a:lstStyle/>
        <a:p>
          <a:r>
            <a:rPr lang="en-US" sz="1400" b="1" dirty="0">
              <a:solidFill>
                <a:srgbClr val="FF0000"/>
              </a:solidFill>
            </a:rPr>
            <a:t>Field-wise Dashboard Requirement</a:t>
          </a:r>
        </a:p>
      </dgm:t>
    </dgm:pt>
    <dgm:pt modelId="{CF45A6A6-BAD9-4417-A214-638ADCC6BC8E}" type="parTrans" cxnId="{5AE67DE7-1773-4FD3-A1BA-BA7CB4762171}">
      <dgm:prSet/>
      <dgm:spPr/>
      <dgm:t>
        <a:bodyPr/>
        <a:lstStyle/>
        <a:p>
          <a:endParaRPr lang="en-US"/>
        </a:p>
      </dgm:t>
    </dgm:pt>
    <dgm:pt modelId="{EC4B8246-2E2E-4039-847B-BACCD006C05D}" type="sibTrans" cxnId="{5AE67DE7-1773-4FD3-A1BA-BA7CB4762171}">
      <dgm:prSet/>
      <dgm:spPr/>
      <dgm:t>
        <a:bodyPr/>
        <a:lstStyle/>
        <a:p>
          <a:endParaRPr lang="en-US"/>
        </a:p>
      </dgm:t>
    </dgm:pt>
    <dgm:pt modelId="{A62F4B59-DC23-42FE-8C03-1F641004B688}">
      <dgm:prSet phldrT="[Text]" phldr="0" custT="1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sz="1400" dirty="0"/>
            <a:t>Our own dashboard to see inactivation details field-wise. </a:t>
          </a:r>
        </a:p>
      </dgm:t>
    </dgm:pt>
    <dgm:pt modelId="{80918436-C301-4CF6-895C-003376BD4D7E}" type="parTrans" cxnId="{2FAA707B-A282-46AF-93B0-013DA8878ABC}">
      <dgm:prSet/>
      <dgm:spPr/>
      <dgm:t>
        <a:bodyPr/>
        <a:lstStyle/>
        <a:p>
          <a:endParaRPr lang="en-US"/>
        </a:p>
      </dgm:t>
    </dgm:pt>
    <dgm:pt modelId="{9ADA7418-554C-40BE-BA95-575B01A7100A}" type="sibTrans" cxnId="{2FAA707B-A282-46AF-93B0-013DA8878ABC}">
      <dgm:prSet/>
      <dgm:spPr/>
      <dgm:t>
        <a:bodyPr/>
        <a:lstStyle/>
        <a:p>
          <a:endParaRPr lang="en-US"/>
        </a:p>
      </dgm:t>
    </dgm:pt>
    <dgm:pt modelId="{F120E482-750F-4820-9EE2-01B424B7EC37}">
      <dgm:prSet custT="1"/>
      <dgm:spPr>
        <a:solidFill>
          <a:schemeClr val="accent6">
            <a:lumMod val="75000"/>
          </a:schemeClr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b="0" i="0" dirty="0"/>
            <a:t>Need a detailed report for all the field inactivation status.</a:t>
          </a:r>
        </a:p>
      </dgm:t>
    </dgm:pt>
    <dgm:pt modelId="{768EE32C-94CC-4895-9C05-4CACC89A5969}" type="parTrans" cxnId="{374D6E23-68B2-4E08-9EFD-4EEA9D3B0766}">
      <dgm:prSet/>
      <dgm:spPr/>
      <dgm:t>
        <a:bodyPr/>
        <a:lstStyle/>
        <a:p>
          <a:endParaRPr lang="en-US"/>
        </a:p>
      </dgm:t>
    </dgm:pt>
    <dgm:pt modelId="{DA63B198-2C78-4FFE-AB5B-6BB5ECEBEFC7}" type="sibTrans" cxnId="{374D6E23-68B2-4E08-9EFD-4EEA9D3B0766}">
      <dgm:prSet/>
      <dgm:spPr/>
      <dgm:t>
        <a:bodyPr/>
        <a:lstStyle/>
        <a:p>
          <a:endParaRPr lang="en-US"/>
        </a:p>
      </dgm:t>
    </dgm:pt>
    <dgm:pt modelId="{771D245B-899B-4F1B-B78D-91E548F2C10C}">
      <dgm:prSet custT="1"/>
      <dgm:spPr>
        <a:solidFill>
          <a:schemeClr val="accent6">
            <a:lumMod val="75000"/>
          </a:schemeClr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b="0" i="0" dirty="0"/>
            <a:t>Need individual field inactivation data reports</a:t>
          </a:r>
        </a:p>
      </dgm:t>
    </dgm:pt>
    <dgm:pt modelId="{187D3F76-ADF8-4F11-840F-E7301EF1EA70}" type="parTrans" cxnId="{DEA31BAC-429D-4D8C-B85C-999A83601D73}">
      <dgm:prSet/>
      <dgm:spPr/>
      <dgm:t>
        <a:bodyPr/>
        <a:lstStyle/>
        <a:p>
          <a:endParaRPr lang="en-US"/>
        </a:p>
      </dgm:t>
    </dgm:pt>
    <dgm:pt modelId="{5EF128CE-1809-4499-BB97-24ECEF9665A1}" type="sibTrans" cxnId="{DEA31BAC-429D-4D8C-B85C-999A83601D73}">
      <dgm:prSet/>
      <dgm:spPr/>
      <dgm:t>
        <a:bodyPr/>
        <a:lstStyle/>
        <a:p>
          <a:endParaRPr lang="en-US"/>
        </a:p>
      </dgm:t>
    </dgm:pt>
    <dgm:pt modelId="{02BA2668-1846-43EB-9A6C-78684344A308}">
      <dgm:prSet custT="1"/>
      <dgm:spPr>
        <a:solidFill>
          <a:schemeClr val="accent6">
            <a:lumMod val="75000"/>
          </a:schemeClr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b="0" i="0" dirty="0"/>
            <a:t>Below details must be there in the reports</a:t>
          </a:r>
          <a:br>
            <a:rPr lang="en-US" sz="1400" b="0" i="0" dirty="0"/>
          </a:br>
          <a:r>
            <a:rPr lang="en-US" sz="1400" b="0" i="0" dirty="0"/>
            <a:t>- NSN, Active/Inactive, MI Number, MI Name, Coop, Field Office, O/O Name, O/O Phone Number, O/O Email, STIM Name, FBP Name, FBP Phone Number, FBP Email </a:t>
          </a:r>
        </a:p>
      </dgm:t>
    </dgm:pt>
    <dgm:pt modelId="{154C3F5D-656B-4FE1-B73C-1B2016F3B9BC}" type="parTrans" cxnId="{C6BBADB4-0886-4136-BA6A-D059D8EF1EC5}">
      <dgm:prSet/>
      <dgm:spPr/>
      <dgm:t>
        <a:bodyPr/>
        <a:lstStyle/>
        <a:p>
          <a:endParaRPr lang="en-US"/>
        </a:p>
      </dgm:t>
    </dgm:pt>
    <dgm:pt modelId="{DD046EA5-9E8F-4C96-A702-A2D52F8A9083}" type="sibTrans" cxnId="{C6BBADB4-0886-4136-BA6A-D059D8EF1EC5}">
      <dgm:prSet/>
      <dgm:spPr/>
      <dgm:t>
        <a:bodyPr/>
        <a:lstStyle/>
        <a:p>
          <a:endParaRPr lang="en-US"/>
        </a:p>
      </dgm:t>
    </dgm:pt>
    <dgm:pt modelId="{192D68C3-EE2D-4043-80C9-94AB4724BB60}">
      <dgm:prSet phldrT="[Text]" phldr="0" custT="1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sz="1400" dirty="0"/>
            <a:t>Also, we can download each field data separately from dashboard.</a:t>
          </a:r>
        </a:p>
      </dgm:t>
    </dgm:pt>
    <dgm:pt modelId="{E8FB378A-FB5C-4066-898E-D06E57DB9556}" type="parTrans" cxnId="{F2B805AD-7926-4211-A4C0-BB3820494BD4}">
      <dgm:prSet/>
      <dgm:spPr/>
      <dgm:t>
        <a:bodyPr/>
        <a:lstStyle/>
        <a:p>
          <a:endParaRPr lang="en-US"/>
        </a:p>
      </dgm:t>
    </dgm:pt>
    <dgm:pt modelId="{D77C3AAB-9F39-44AB-A4CD-5F93EEDFA248}" type="sibTrans" cxnId="{F2B805AD-7926-4211-A4C0-BB3820494BD4}">
      <dgm:prSet/>
      <dgm:spPr/>
      <dgm:t>
        <a:bodyPr/>
        <a:lstStyle/>
        <a:p>
          <a:endParaRPr lang="en-US"/>
        </a:p>
      </dgm:t>
    </dgm:pt>
    <dgm:pt modelId="{B570F4B9-0540-42A8-AE75-A7350D308D63}">
      <dgm:prSet custT="1"/>
      <dgm:spPr>
        <a:solidFill>
          <a:schemeClr val="accent6">
            <a:lumMod val="75000"/>
          </a:schemeClr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sz="1400" b="0" i="0" dirty="0"/>
        </a:p>
      </dgm:t>
    </dgm:pt>
    <dgm:pt modelId="{462F80A1-5727-4889-B703-C0BDF5C4A700}" type="parTrans" cxnId="{D885F529-C308-4F08-AFA3-A42227B4AB99}">
      <dgm:prSet/>
      <dgm:spPr/>
      <dgm:t>
        <a:bodyPr/>
        <a:lstStyle/>
        <a:p>
          <a:endParaRPr lang="en-US"/>
        </a:p>
      </dgm:t>
    </dgm:pt>
    <dgm:pt modelId="{8AAACA48-72F7-4453-9E24-8CD7FE9F49A5}" type="sibTrans" cxnId="{D885F529-C308-4F08-AFA3-A42227B4AB99}">
      <dgm:prSet/>
      <dgm:spPr/>
      <dgm:t>
        <a:bodyPr/>
        <a:lstStyle/>
        <a:p>
          <a:endParaRPr lang="en-US"/>
        </a:p>
      </dgm:t>
    </dgm:pt>
    <dgm:pt modelId="{871C1BD4-0F98-43FE-8059-C1879F6212C7}" type="pres">
      <dgm:prSet presAssocID="{B58282FE-B9E9-4AF9-A144-27BF69982139}" presName="Name0" presStyleCnt="0">
        <dgm:presLayoutVars>
          <dgm:dir/>
          <dgm:animLvl val="lvl"/>
          <dgm:resizeHandles val="exact"/>
        </dgm:presLayoutVars>
      </dgm:prSet>
      <dgm:spPr/>
    </dgm:pt>
    <dgm:pt modelId="{01B2D179-1126-47B9-9DEB-9EA5D52E184D}" type="pres">
      <dgm:prSet presAssocID="{D7FE8E30-51E6-4FB4-B84F-27B94FE103DB}" presName="linNode" presStyleCnt="0"/>
      <dgm:spPr/>
    </dgm:pt>
    <dgm:pt modelId="{0002375A-975B-4521-9F72-619E49FD00E5}" type="pres">
      <dgm:prSet presAssocID="{D7FE8E30-51E6-4FB4-B84F-27B94FE103DB}" presName="parTx" presStyleLbl="revTx" presStyleIdx="0" presStyleCnt="2">
        <dgm:presLayoutVars>
          <dgm:chMax val="1"/>
          <dgm:bulletEnabled val="1"/>
        </dgm:presLayoutVars>
      </dgm:prSet>
      <dgm:spPr/>
    </dgm:pt>
    <dgm:pt modelId="{978B081A-3578-408F-9797-D7D9F83ACFC8}" type="pres">
      <dgm:prSet presAssocID="{D7FE8E30-51E6-4FB4-B84F-27B94FE103DB}" presName="bracket" presStyleLbl="parChTrans1D1" presStyleIdx="0" presStyleCnt="2"/>
      <dgm:spPr/>
    </dgm:pt>
    <dgm:pt modelId="{BA4F0AF6-BDA3-452B-A192-6D0934491CA0}" type="pres">
      <dgm:prSet presAssocID="{D7FE8E30-51E6-4FB4-B84F-27B94FE103DB}" presName="spH" presStyleCnt="0"/>
      <dgm:spPr/>
    </dgm:pt>
    <dgm:pt modelId="{6C289A9D-EAA2-402D-8DBF-C10467BEDC95}" type="pres">
      <dgm:prSet presAssocID="{D7FE8E30-51E6-4FB4-B84F-27B94FE103DB}" presName="desTx" presStyleLbl="node1" presStyleIdx="0" presStyleCnt="2" custScaleY="104124">
        <dgm:presLayoutVars>
          <dgm:bulletEnabled val="1"/>
        </dgm:presLayoutVars>
      </dgm:prSet>
      <dgm:spPr/>
    </dgm:pt>
    <dgm:pt modelId="{BFD6F49B-8378-4178-8E9B-948374ACAAC9}" type="pres">
      <dgm:prSet presAssocID="{38BFA493-8386-47AA-B905-079C2ADCB002}" presName="spV" presStyleCnt="0"/>
      <dgm:spPr/>
    </dgm:pt>
    <dgm:pt modelId="{7833D844-C71D-486A-B2FF-201BB4ADAB75}" type="pres">
      <dgm:prSet presAssocID="{5A17B13B-D721-43A9-9224-DB4369E0F6D6}" presName="linNode" presStyleCnt="0"/>
      <dgm:spPr/>
    </dgm:pt>
    <dgm:pt modelId="{68D2CCC0-2F98-4B7A-9D48-CB4143F46A22}" type="pres">
      <dgm:prSet presAssocID="{5A17B13B-D721-43A9-9224-DB4369E0F6D6}" presName="parTx" presStyleLbl="revTx" presStyleIdx="1" presStyleCnt="2">
        <dgm:presLayoutVars>
          <dgm:chMax val="1"/>
          <dgm:bulletEnabled val="1"/>
        </dgm:presLayoutVars>
      </dgm:prSet>
      <dgm:spPr/>
    </dgm:pt>
    <dgm:pt modelId="{F65F0559-24A4-43E7-8FB7-F9CAC69751CC}" type="pres">
      <dgm:prSet presAssocID="{5A17B13B-D721-43A9-9224-DB4369E0F6D6}" presName="bracket" presStyleLbl="parChTrans1D1" presStyleIdx="1" presStyleCnt="2"/>
      <dgm:spPr/>
    </dgm:pt>
    <dgm:pt modelId="{248D66CF-6567-4913-A143-9F198B80E289}" type="pres">
      <dgm:prSet presAssocID="{5A17B13B-D721-43A9-9224-DB4369E0F6D6}" presName="spH" presStyleCnt="0"/>
      <dgm:spPr/>
    </dgm:pt>
    <dgm:pt modelId="{27C43BEE-8A8D-44F1-B9E2-E4C67669DFD3}" type="pres">
      <dgm:prSet presAssocID="{5A17B13B-D721-43A9-9224-DB4369E0F6D6}" presName="desTx" presStyleLbl="node1" presStyleIdx="1" presStyleCnt="2" custScaleY="100699">
        <dgm:presLayoutVars>
          <dgm:bulletEnabled val="1"/>
        </dgm:presLayoutVars>
      </dgm:prSet>
      <dgm:spPr/>
    </dgm:pt>
  </dgm:ptLst>
  <dgm:cxnLst>
    <dgm:cxn modelId="{5B86AE07-A988-42A8-9761-FC7F71D6B89E}" type="presOf" srcId="{2691BD18-477C-4BA7-BDD4-78E5DFFA9C08}" destId="{6C289A9D-EAA2-402D-8DBF-C10467BEDC95}" srcOrd="0" destOrd="0" presId="urn:diagrams.loki3.com/BracketList"/>
    <dgm:cxn modelId="{374D6E23-68B2-4E08-9EFD-4EEA9D3B0766}" srcId="{D7FE8E30-51E6-4FB4-B84F-27B94FE103DB}" destId="{F120E482-750F-4820-9EE2-01B424B7EC37}" srcOrd="1" destOrd="0" parTransId="{768EE32C-94CC-4895-9C05-4CACC89A5969}" sibTransId="{DA63B198-2C78-4FFE-AB5B-6BB5ECEBEFC7}"/>
    <dgm:cxn modelId="{D885F529-C308-4F08-AFA3-A42227B4AB99}" srcId="{D7FE8E30-51E6-4FB4-B84F-27B94FE103DB}" destId="{B570F4B9-0540-42A8-AE75-A7350D308D63}" srcOrd="4" destOrd="0" parTransId="{462F80A1-5727-4889-B703-C0BDF5C4A700}" sibTransId="{8AAACA48-72F7-4453-9E24-8CD7FE9F49A5}"/>
    <dgm:cxn modelId="{A28C2F2A-CC9B-44AE-89A5-0938F458DDCB}" srcId="{B58282FE-B9E9-4AF9-A144-27BF69982139}" destId="{D7FE8E30-51E6-4FB4-B84F-27B94FE103DB}" srcOrd="0" destOrd="0" parTransId="{05F4B831-6CA1-4181-8CEC-127906D54507}" sibTransId="{38BFA493-8386-47AA-B905-079C2ADCB002}"/>
    <dgm:cxn modelId="{59A1B842-9ECB-4922-9DD3-1005C3AB331D}" type="presOf" srcId="{A62F4B59-DC23-42FE-8C03-1F641004B688}" destId="{27C43BEE-8A8D-44F1-B9E2-E4C67669DFD3}" srcOrd="0" destOrd="0" presId="urn:diagrams.loki3.com/BracketList"/>
    <dgm:cxn modelId="{3563A04E-A002-401B-B8B1-9196BADF8F1D}" srcId="{D7FE8E30-51E6-4FB4-B84F-27B94FE103DB}" destId="{2691BD18-477C-4BA7-BDD4-78E5DFFA9C08}" srcOrd="0" destOrd="0" parTransId="{98B47DBE-8740-4D2A-88BC-F2A2C593B942}" sibTransId="{A17BCC5A-2A55-4ACE-A9E4-CD0270342EE2}"/>
    <dgm:cxn modelId="{0AB7E17A-2A58-43FF-8104-C7F760B5C61A}" type="presOf" srcId="{B570F4B9-0540-42A8-AE75-A7350D308D63}" destId="{6C289A9D-EAA2-402D-8DBF-C10467BEDC95}" srcOrd="0" destOrd="4" presId="urn:diagrams.loki3.com/BracketList"/>
    <dgm:cxn modelId="{2FAA707B-A282-46AF-93B0-013DA8878ABC}" srcId="{5A17B13B-D721-43A9-9224-DB4369E0F6D6}" destId="{A62F4B59-DC23-42FE-8C03-1F641004B688}" srcOrd="0" destOrd="0" parTransId="{80918436-C301-4CF6-895C-003376BD4D7E}" sibTransId="{9ADA7418-554C-40BE-BA95-575B01A7100A}"/>
    <dgm:cxn modelId="{D63D477F-9814-4F74-ADF2-8E0B87B40B30}" type="presOf" srcId="{02BA2668-1846-43EB-9A6C-78684344A308}" destId="{6C289A9D-EAA2-402D-8DBF-C10467BEDC95}" srcOrd="0" destOrd="3" presId="urn:diagrams.loki3.com/BracketList"/>
    <dgm:cxn modelId="{7FCF2A96-D964-451B-A389-69DE57F062C7}" type="presOf" srcId="{192D68C3-EE2D-4043-80C9-94AB4724BB60}" destId="{27C43BEE-8A8D-44F1-B9E2-E4C67669DFD3}" srcOrd="0" destOrd="1" presId="urn:diagrams.loki3.com/BracketList"/>
    <dgm:cxn modelId="{7343A99D-522F-46BA-9E98-8C84F7D340A8}" type="presOf" srcId="{B58282FE-B9E9-4AF9-A144-27BF69982139}" destId="{871C1BD4-0F98-43FE-8059-C1879F6212C7}" srcOrd="0" destOrd="0" presId="urn:diagrams.loki3.com/BracketList"/>
    <dgm:cxn modelId="{DEA31BAC-429D-4D8C-B85C-999A83601D73}" srcId="{D7FE8E30-51E6-4FB4-B84F-27B94FE103DB}" destId="{771D245B-899B-4F1B-B78D-91E548F2C10C}" srcOrd="2" destOrd="0" parTransId="{187D3F76-ADF8-4F11-840F-E7301EF1EA70}" sibTransId="{5EF128CE-1809-4499-BB97-24ECEF9665A1}"/>
    <dgm:cxn modelId="{F2B805AD-7926-4211-A4C0-BB3820494BD4}" srcId="{5A17B13B-D721-43A9-9224-DB4369E0F6D6}" destId="{192D68C3-EE2D-4043-80C9-94AB4724BB60}" srcOrd="1" destOrd="0" parTransId="{E8FB378A-FB5C-4066-898E-D06E57DB9556}" sibTransId="{D77C3AAB-9F39-44AB-A4CD-5F93EEDFA248}"/>
    <dgm:cxn modelId="{C6BBADB4-0886-4136-BA6A-D059D8EF1EC5}" srcId="{D7FE8E30-51E6-4FB4-B84F-27B94FE103DB}" destId="{02BA2668-1846-43EB-9A6C-78684344A308}" srcOrd="3" destOrd="0" parTransId="{154C3F5D-656B-4FE1-B73C-1B2016F3B9BC}" sibTransId="{DD046EA5-9E8F-4C96-A702-A2D52F8A9083}"/>
    <dgm:cxn modelId="{09FC6ABD-9C85-4A2B-8CEE-FD08A24A4F5C}" type="presOf" srcId="{5A17B13B-D721-43A9-9224-DB4369E0F6D6}" destId="{68D2CCC0-2F98-4B7A-9D48-CB4143F46A22}" srcOrd="0" destOrd="0" presId="urn:diagrams.loki3.com/BracketList"/>
    <dgm:cxn modelId="{5AE67DE7-1773-4FD3-A1BA-BA7CB4762171}" srcId="{B58282FE-B9E9-4AF9-A144-27BF69982139}" destId="{5A17B13B-D721-43A9-9224-DB4369E0F6D6}" srcOrd="1" destOrd="0" parTransId="{CF45A6A6-BAD9-4417-A214-638ADCC6BC8E}" sibTransId="{EC4B8246-2E2E-4039-847B-BACCD006C05D}"/>
    <dgm:cxn modelId="{5312E3EC-854D-4CC5-9A34-BE7B90797F12}" type="presOf" srcId="{F120E482-750F-4820-9EE2-01B424B7EC37}" destId="{6C289A9D-EAA2-402D-8DBF-C10467BEDC95}" srcOrd="0" destOrd="1" presId="urn:diagrams.loki3.com/BracketList"/>
    <dgm:cxn modelId="{50E5B3F0-1719-489E-809F-E2E2EA6E7B80}" type="presOf" srcId="{771D245B-899B-4F1B-B78D-91E548F2C10C}" destId="{6C289A9D-EAA2-402D-8DBF-C10467BEDC95}" srcOrd="0" destOrd="2" presId="urn:diagrams.loki3.com/BracketList"/>
    <dgm:cxn modelId="{24EDFCF8-FE52-4A58-A1F8-EFCDB760E851}" type="presOf" srcId="{D7FE8E30-51E6-4FB4-B84F-27B94FE103DB}" destId="{0002375A-975B-4521-9F72-619E49FD00E5}" srcOrd="0" destOrd="0" presId="urn:diagrams.loki3.com/BracketList"/>
    <dgm:cxn modelId="{0B090E1E-108A-4DBD-8DC6-39483970610B}" type="presParOf" srcId="{871C1BD4-0F98-43FE-8059-C1879F6212C7}" destId="{01B2D179-1126-47B9-9DEB-9EA5D52E184D}" srcOrd="0" destOrd="0" presId="urn:diagrams.loki3.com/BracketList"/>
    <dgm:cxn modelId="{B0EE5D1B-BAAE-4A10-ABC8-4424E42F97E9}" type="presParOf" srcId="{01B2D179-1126-47B9-9DEB-9EA5D52E184D}" destId="{0002375A-975B-4521-9F72-619E49FD00E5}" srcOrd="0" destOrd="0" presId="urn:diagrams.loki3.com/BracketList"/>
    <dgm:cxn modelId="{DF934966-2F2A-4834-AFE9-C0AA6CD90A92}" type="presParOf" srcId="{01B2D179-1126-47B9-9DEB-9EA5D52E184D}" destId="{978B081A-3578-408F-9797-D7D9F83ACFC8}" srcOrd="1" destOrd="0" presId="urn:diagrams.loki3.com/BracketList"/>
    <dgm:cxn modelId="{AFF8EA2E-267F-4085-BA8F-8BAAC0178E01}" type="presParOf" srcId="{01B2D179-1126-47B9-9DEB-9EA5D52E184D}" destId="{BA4F0AF6-BDA3-452B-A192-6D0934491CA0}" srcOrd="2" destOrd="0" presId="urn:diagrams.loki3.com/BracketList"/>
    <dgm:cxn modelId="{F6894741-9A83-4922-ACDE-755A847ED23F}" type="presParOf" srcId="{01B2D179-1126-47B9-9DEB-9EA5D52E184D}" destId="{6C289A9D-EAA2-402D-8DBF-C10467BEDC95}" srcOrd="3" destOrd="0" presId="urn:diagrams.loki3.com/BracketList"/>
    <dgm:cxn modelId="{9CD01344-9278-4C86-BC41-1D57BCEC18D9}" type="presParOf" srcId="{871C1BD4-0F98-43FE-8059-C1879F6212C7}" destId="{BFD6F49B-8378-4178-8E9B-948374ACAAC9}" srcOrd="1" destOrd="0" presId="urn:diagrams.loki3.com/BracketList"/>
    <dgm:cxn modelId="{E7EA52E9-F0D1-461C-8D59-CD5D1F28A11A}" type="presParOf" srcId="{871C1BD4-0F98-43FE-8059-C1879F6212C7}" destId="{7833D844-C71D-486A-B2FF-201BB4ADAB75}" srcOrd="2" destOrd="0" presId="urn:diagrams.loki3.com/BracketList"/>
    <dgm:cxn modelId="{6F7EAB4E-4D54-4EAD-97AB-56A8C3A6FAA9}" type="presParOf" srcId="{7833D844-C71D-486A-B2FF-201BB4ADAB75}" destId="{68D2CCC0-2F98-4B7A-9D48-CB4143F46A22}" srcOrd="0" destOrd="0" presId="urn:diagrams.loki3.com/BracketList"/>
    <dgm:cxn modelId="{9FE796C1-6646-4523-BFF2-B0F803A630CC}" type="presParOf" srcId="{7833D844-C71D-486A-B2FF-201BB4ADAB75}" destId="{F65F0559-24A4-43E7-8FB7-F9CAC69751CC}" srcOrd="1" destOrd="0" presId="urn:diagrams.loki3.com/BracketList"/>
    <dgm:cxn modelId="{A62D3A01-4FFD-43F5-B050-EB511F0D44FF}" type="presParOf" srcId="{7833D844-C71D-486A-B2FF-201BB4ADAB75}" destId="{248D66CF-6567-4913-A143-9F198B80E289}" srcOrd="2" destOrd="0" presId="urn:diagrams.loki3.com/BracketList"/>
    <dgm:cxn modelId="{37B08F83-59A4-4E41-A67F-5C22745AF231}" type="presParOf" srcId="{7833D844-C71D-486A-B2FF-201BB4ADAB75}" destId="{27C43BEE-8A8D-44F1-B9E2-E4C67669DFD3}" srcOrd="3" destOrd="0" presId="urn:diagrams.loki3.com/Bracke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58282FE-B9E9-4AF9-A144-27BF69982139}" type="doc">
      <dgm:prSet loTypeId="urn:diagrams.loki3.com/BracketList" loCatId="list" qsTypeId="urn:microsoft.com/office/officeart/2005/8/quickstyle/simple1#9" qsCatId="simple" csTypeId="urn:microsoft.com/office/officeart/2005/8/colors/accent1_2#9" csCatId="accent1" phldr="1"/>
      <dgm:spPr/>
      <dgm:t>
        <a:bodyPr/>
        <a:lstStyle/>
        <a:p>
          <a:endParaRPr lang="en-US"/>
        </a:p>
      </dgm:t>
    </dgm:pt>
    <dgm:pt modelId="{D7FE8E30-51E6-4FB4-B84F-27B94FE103DB}">
      <dgm:prSet phldrT="[Text]" phldr="0" custT="1"/>
      <dgm:spPr/>
      <dgm:t>
        <a:bodyPr/>
        <a:lstStyle/>
        <a:p>
          <a:r>
            <a:rPr lang="en-US" sz="1400" b="1" dirty="0">
              <a:solidFill>
                <a:srgbClr val="FF0000"/>
              </a:solidFill>
            </a:rPr>
            <a:t>Enhancement in Original PTA Tool</a:t>
          </a:r>
        </a:p>
      </dgm:t>
    </dgm:pt>
    <dgm:pt modelId="{05F4B831-6CA1-4181-8CEC-127906D54507}" type="parTrans" cxnId="{A28C2F2A-CC9B-44AE-89A5-0938F458DDCB}">
      <dgm:prSet/>
      <dgm:spPr/>
      <dgm:t>
        <a:bodyPr/>
        <a:lstStyle/>
        <a:p>
          <a:endParaRPr lang="en-US"/>
        </a:p>
      </dgm:t>
    </dgm:pt>
    <dgm:pt modelId="{38BFA493-8386-47AA-B905-079C2ADCB002}" type="sibTrans" cxnId="{A28C2F2A-CC9B-44AE-89A5-0938F458DDCB}">
      <dgm:prSet/>
      <dgm:spPr/>
      <dgm:t>
        <a:bodyPr/>
        <a:lstStyle/>
        <a:p>
          <a:endParaRPr lang="en-US"/>
        </a:p>
      </dgm:t>
    </dgm:pt>
    <dgm:pt modelId="{2691BD18-477C-4BA7-BDD4-78E5DFFA9C08}">
      <dgm:prSet phldrT="[Text]" custT="1"/>
      <dgm:spPr/>
      <dgm:t>
        <a:bodyPr/>
        <a:lstStyle/>
        <a:p>
          <a:pPr>
            <a:buNone/>
          </a:pPr>
          <a:r>
            <a:rPr lang="en-US" sz="1400" dirty="0"/>
            <a:t>Stage 1 - Collated all the </a:t>
          </a:r>
          <a:r>
            <a:rPr lang="en-US" sz="1400" dirty="0">
              <a:solidFill>
                <a:srgbClr val="FFFF00"/>
              </a:solidFill>
              <a:highlight>
                <a:srgbClr val="096082"/>
              </a:highlight>
            </a:rPr>
            <a:t>fixed data </a:t>
          </a:r>
          <a:r>
            <a:rPr lang="en-US" sz="1400" dirty="0">
              <a:highlight>
                <a:srgbClr val="096082"/>
              </a:highlight>
            </a:rPr>
            <a:t>of NSN details</a:t>
          </a:r>
          <a:r>
            <a:rPr lang="en-US" sz="1400" dirty="0"/>
            <a:t>.</a:t>
          </a:r>
        </a:p>
      </dgm:t>
    </dgm:pt>
    <dgm:pt modelId="{98B47DBE-8740-4D2A-88BC-F2A2C593B942}" type="parTrans" cxnId="{3563A04E-A002-401B-B8B1-9196BADF8F1D}">
      <dgm:prSet/>
      <dgm:spPr/>
      <dgm:t>
        <a:bodyPr/>
        <a:lstStyle/>
        <a:p>
          <a:endParaRPr lang="en-US"/>
        </a:p>
      </dgm:t>
    </dgm:pt>
    <dgm:pt modelId="{A17BCC5A-2A55-4ACE-A9E4-CD0270342EE2}" type="sibTrans" cxnId="{3563A04E-A002-401B-B8B1-9196BADF8F1D}">
      <dgm:prSet/>
      <dgm:spPr/>
      <dgm:t>
        <a:bodyPr/>
        <a:lstStyle/>
        <a:p>
          <a:endParaRPr lang="en-US"/>
        </a:p>
      </dgm:t>
    </dgm:pt>
    <dgm:pt modelId="{5A17B13B-D721-43A9-9224-DB4369E0F6D6}">
      <dgm:prSet phldrT="[Text]" phldr="0" custT="1"/>
      <dgm:spPr/>
      <dgm:t>
        <a:bodyPr/>
        <a:lstStyle/>
        <a:p>
          <a:r>
            <a:rPr lang="en-US" sz="1400" b="1" dirty="0">
              <a:solidFill>
                <a:srgbClr val="FF0000"/>
              </a:solidFill>
            </a:rPr>
            <a:t>Field-wise Inactivation Details Dashboard</a:t>
          </a:r>
        </a:p>
      </dgm:t>
    </dgm:pt>
    <dgm:pt modelId="{CF45A6A6-BAD9-4417-A214-638ADCC6BC8E}" type="parTrans" cxnId="{5AE67DE7-1773-4FD3-A1BA-BA7CB4762171}">
      <dgm:prSet/>
      <dgm:spPr/>
      <dgm:t>
        <a:bodyPr/>
        <a:lstStyle/>
        <a:p>
          <a:endParaRPr lang="en-US"/>
        </a:p>
      </dgm:t>
    </dgm:pt>
    <dgm:pt modelId="{EC4B8246-2E2E-4039-847B-BACCD006C05D}" type="sibTrans" cxnId="{5AE67DE7-1773-4FD3-A1BA-BA7CB4762171}">
      <dgm:prSet/>
      <dgm:spPr/>
      <dgm:t>
        <a:bodyPr/>
        <a:lstStyle/>
        <a:p>
          <a:endParaRPr lang="en-US"/>
        </a:p>
      </dgm:t>
    </dgm:pt>
    <dgm:pt modelId="{A62F4B59-DC23-42FE-8C03-1F641004B688}">
      <dgm:prSet phldrT="[Text]" phldr="0" custT="1"/>
      <dgm:spPr/>
      <dgm:t>
        <a:bodyPr/>
        <a:lstStyle/>
        <a:p>
          <a:r>
            <a:rPr lang="en-US" sz="1400" dirty="0"/>
            <a:t>Created a </a:t>
          </a:r>
          <a:r>
            <a:rPr lang="en-US" sz="1400" dirty="0">
              <a:solidFill>
                <a:srgbClr val="FFFF00"/>
              </a:solidFill>
              <a:highlight>
                <a:srgbClr val="096082"/>
              </a:highlight>
            </a:rPr>
            <a:t>dynamic dashboard </a:t>
          </a:r>
          <a:r>
            <a:rPr lang="en-US" sz="1400" dirty="0"/>
            <a:t>to see field-wise data.</a:t>
          </a:r>
        </a:p>
      </dgm:t>
    </dgm:pt>
    <dgm:pt modelId="{80918436-C301-4CF6-895C-003376BD4D7E}" type="parTrans" cxnId="{2FAA707B-A282-46AF-93B0-013DA8878ABC}">
      <dgm:prSet/>
      <dgm:spPr/>
      <dgm:t>
        <a:bodyPr/>
        <a:lstStyle/>
        <a:p>
          <a:endParaRPr lang="en-US"/>
        </a:p>
      </dgm:t>
    </dgm:pt>
    <dgm:pt modelId="{9ADA7418-554C-40BE-BA95-575B01A7100A}" type="sibTrans" cxnId="{2FAA707B-A282-46AF-93B0-013DA8878ABC}">
      <dgm:prSet/>
      <dgm:spPr/>
      <dgm:t>
        <a:bodyPr/>
        <a:lstStyle/>
        <a:p>
          <a:endParaRPr lang="en-US"/>
        </a:p>
      </dgm:t>
    </dgm:pt>
    <dgm:pt modelId="{A0E8CB99-E445-44C2-B479-411E4E2940F8}">
      <dgm:prSet phldrT="[Text]" custT="1"/>
      <dgm:spPr/>
      <dgm:t>
        <a:bodyPr/>
        <a:lstStyle/>
        <a:p>
          <a:pPr>
            <a:buNone/>
          </a:pPr>
          <a:r>
            <a:rPr lang="en-US" sz="1400" dirty="0"/>
            <a:t>Stage 5 - Prepared </a:t>
          </a:r>
          <a:r>
            <a:rPr lang="en-US" sz="1400" dirty="0">
              <a:solidFill>
                <a:srgbClr val="FFFF00"/>
              </a:solidFill>
              <a:highlight>
                <a:srgbClr val="096082"/>
              </a:highlight>
            </a:rPr>
            <a:t>UI</a:t>
          </a:r>
          <a:r>
            <a:rPr lang="en-US" sz="1400" dirty="0">
              <a:solidFill>
                <a:srgbClr val="FF0000"/>
              </a:solidFill>
              <a:highlight>
                <a:srgbClr val="096082"/>
              </a:highlight>
            </a:rPr>
            <a:t> </a:t>
          </a:r>
          <a:r>
            <a:rPr lang="en-US" sz="1400" dirty="0"/>
            <a:t>for tool to make it user friendly</a:t>
          </a:r>
          <a:r>
            <a:rPr lang="en-US" sz="1200" dirty="0"/>
            <a:t>.</a:t>
          </a:r>
        </a:p>
      </dgm:t>
    </dgm:pt>
    <dgm:pt modelId="{7713F5B5-92A2-4235-B24D-BF66ECA8FF2C}" type="parTrans" cxnId="{97567E63-499C-443D-B185-B82326F221C7}">
      <dgm:prSet/>
      <dgm:spPr/>
      <dgm:t>
        <a:bodyPr/>
        <a:lstStyle/>
        <a:p>
          <a:endParaRPr lang="en-US"/>
        </a:p>
      </dgm:t>
    </dgm:pt>
    <dgm:pt modelId="{C0E028DB-D2FF-4FF6-A9BA-5F12975010FA}" type="sibTrans" cxnId="{97567E63-499C-443D-B185-B82326F221C7}">
      <dgm:prSet/>
      <dgm:spPr/>
      <dgm:t>
        <a:bodyPr/>
        <a:lstStyle/>
        <a:p>
          <a:endParaRPr lang="en-US"/>
        </a:p>
      </dgm:t>
    </dgm:pt>
    <dgm:pt modelId="{D9F7E43F-DB20-4BE9-A740-78D4955600DF}">
      <dgm:prSet phldrT="[Text]" phldr="0" custT="1"/>
      <dgm:spPr/>
      <dgm:t>
        <a:bodyPr/>
        <a:lstStyle/>
        <a:p>
          <a:r>
            <a:rPr lang="en-US" sz="1400" dirty="0"/>
            <a:t>Also, we can download individual field data for </a:t>
          </a:r>
          <a:r>
            <a:rPr lang="en-US" sz="1400" dirty="0">
              <a:solidFill>
                <a:srgbClr val="FFFF00"/>
              </a:solidFill>
              <a:highlight>
                <a:srgbClr val="096082"/>
              </a:highlight>
            </a:rPr>
            <a:t>STIMs &amp; Client use.</a:t>
          </a:r>
        </a:p>
      </dgm:t>
    </dgm:pt>
    <dgm:pt modelId="{8E92B80C-CCC7-4627-9E85-FA122E8F35F3}" type="parTrans" cxnId="{ABA9090B-BC99-4B6F-88F2-FCC2318C27B8}">
      <dgm:prSet/>
      <dgm:spPr/>
      <dgm:t>
        <a:bodyPr/>
        <a:lstStyle/>
        <a:p>
          <a:endParaRPr lang="en-US"/>
        </a:p>
      </dgm:t>
    </dgm:pt>
    <dgm:pt modelId="{0A789CF8-D264-4FE7-898E-5364C271638C}" type="sibTrans" cxnId="{ABA9090B-BC99-4B6F-88F2-FCC2318C27B8}">
      <dgm:prSet/>
      <dgm:spPr/>
      <dgm:t>
        <a:bodyPr/>
        <a:lstStyle/>
        <a:p>
          <a:endParaRPr lang="en-US"/>
        </a:p>
      </dgm:t>
    </dgm:pt>
    <dgm:pt modelId="{333E30A6-4FB1-4ACA-B869-8D30C765BA87}">
      <dgm:prSet phldrT="[Text]" custT="1"/>
      <dgm:spPr/>
      <dgm:t>
        <a:bodyPr/>
        <a:lstStyle/>
        <a:p>
          <a:pPr>
            <a:buNone/>
          </a:pPr>
          <a:r>
            <a:rPr lang="en-US" sz="1400" dirty="0"/>
            <a:t>Stage 2 - Prepared a script to </a:t>
          </a:r>
          <a:r>
            <a:rPr lang="en-US" sz="1400" dirty="0">
              <a:solidFill>
                <a:srgbClr val="FFFF00"/>
              </a:solidFill>
              <a:highlight>
                <a:srgbClr val="096082"/>
              </a:highlight>
            </a:rPr>
            <a:t>merge the raw reports </a:t>
          </a:r>
          <a:r>
            <a:rPr lang="en-US" sz="1400" dirty="0"/>
            <a:t>and fixed data.</a:t>
          </a:r>
        </a:p>
      </dgm:t>
    </dgm:pt>
    <dgm:pt modelId="{F1CF5966-BDF2-4DC8-AFD3-520A584985F0}" type="parTrans" cxnId="{56D8ABAF-88A7-4D67-BFC7-9CC2C1D933AB}">
      <dgm:prSet/>
      <dgm:spPr/>
      <dgm:t>
        <a:bodyPr/>
        <a:lstStyle/>
        <a:p>
          <a:endParaRPr lang="en-US"/>
        </a:p>
      </dgm:t>
    </dgm:pt>
    <dgm:pt modelId="{60DAD4DE-791B-4D77-9815-C037C2869604}" type="sibTrans" cxnId="{56D8ABAF-88A7-4D67-BFC7-9CC2C1D933AB}">
      <dgm:prSet/>
      <dgm:spPr/>
      <dgm:t>
        <a:bodyPr/>
        <a:lstStyle/>
        <a:p>
          <a:endParaRPr lang="en-US"/>
        </a:p>
      </dgm:t>
    </dgm:pt>
    <dgm:pt modelId="{623CD710-8C2A-487E-B5D4-3A60156F8033}">
      <dgm:prSet phldrT="[Text]" custT="1"/>
      <dgm:spPr/>
      <dgm:t>
        <a:bodyPr/>
        <a:lstStyle/>
        <a:p>
          <a:pPr>
            <a:buNone/>
          </a:pPr>
          <a:r>
            <a:rPr lang="en-US" sz="1400" dirty="0"/>
            <a:t>Stage </a:t>
          </a:r>
          <a:r>
            <a:rPr lang="en-US" sz="1400" dirty="0">
              <a:highlight>
                <a:srgbClr val="096082"/>
              </a:highlight>
            </a:rPr>
            <a:t>3 -  Enhance </a:t>
          </a:r>
          <a:r>
            <a:rPr lang="en-US" sz="1400" dirty="0"/>
            <a:t>the script to give the collated data of </a:t>
          </a:r>
          <a:r>
            <a:rPr lang="en-US" sz="1400" dirty="0">
              <a:solidFill>
                <a:srgbClr val="FFFF00"/>
              </a:solidFill>
              <a:highlight>
                <a:srgbClr val="096082"/>
              </a:highlight>
            </a:rPr>
            <a:t>all field </a:t>
          </a:r>
          <a:r>
            <a:rPr lang="en-US" sz="1400" dirty="0">
              <a:highlight>
                <a:srgbClr val="096082"/>
              </a:highlight>
            </a:rPr>
            <a:t>in </a:t>
          </a:r>
          <a:r>
            <a:rPr lang="en-US" sz="1400" dirty="0"/>
            <a:t>one file.</a:t>
          </a:r>
        </a:p>
      </dgm:t>
    </dgm:pt>
    <dgm:pt modelId="{F865BACD-AE7B-45B5-9FD9-BED6FA35A3E6}" type="parTrans" cxnId="{68DE5E03-0F88-412F-87B9-0804B8DB62E2}">
      <dgm:prSet/>
      <dgm:spPr/>
      <dgm:t>
        <a:bodyPr/>
        <a:lstStyle/>
        <a:p>
          <a:endParaRPr lang="en-US"/>
        </a:p>
      </dgm:t>
    </dgm:pt>
    <dgm:pt modelId="{5F968380-0990-4F73-B373-1A69415F687C}" type="sibTrans" cxnId="{68DE5E03-0F88-412F-87B9-0804B8DB62E2}">
      <dgm:prSet/>
      <dgm:spPr/>
      <dgm:t>
        <a:bodyPr/>
        <a:lstStyle/>
        <a:p>
          <a:endParaRPr lang="en-US"/>
        </a:p>
      </dgm:t>
    </dgm:pt>
    <dgm:pt modelId="{AD577E3E-EC0E-4FF0-A3EA-5D7FE2FE3D91}">
      <dgm:prSet phldrT="[Text]" custT="1"/>
      <dgm:spPr/>
      <dgm:t>
        <a:bodyPr/>
        <a:lstStyle/>
        <a:p>
          <a:pPr>
            <a:buNone/>
          </a:pPr>
          <a:r>
            <a:rPr lang="en-US" sz="1400" dirty="0">
              <a:highlight>
                <a:srgbClr val="096082"/>
              </a:highlight>
            </a:rPr>
            <a:t>Stage 4 - Chage the script to provide data for fields </a:t>
          </a:r>
          <a:r>
            <a:rPr lang="en-US" sz="1400" dirty="0">
              <a:solidFill>
                <a:srgbClr val="FFFF00"/>
              </a:solidFill>
              <a:highlight>
                <a:srgbClr val="096082"/>
              </a:highlight>
            </a:rPr>
            <a:t>individually (only inactive).</a:t>
          </a:r>
        </a:p>
      </dgm:t>
    </dgm:pt>
    <dgm:pt modelId="{9C3D3088-F8F5-4FDB-A91C-C08D015B3AC5}" type="parTrans" cxnId="{9D24EB3E-AFD4-4C3C-AA5C-E570E2A5CA8E}">
      <dgm:prSet/>
      <dgm:spPr/>
      <dgm:t>
        <a:bodyPr/>
        <a:lstStyle/>
        <a:p>
          <a:endParaRPr lang="en-US"/>
        </a:p>
      </dgm:t>
    </dgm:pt>
    <dgm:pt modelId="{66DCD370-E19B-49A1-AD76-7D73A2805B50}" type="sibTrans" cxnId="{9D24EB3E-AFD4-4C3C-AA5C-E570E2A5CA8E}">
      <dgm:prSet/>
      <dgm:spPr/>
      <dgm:t>
        <a:bodyPr/>
        <a:lstStyle/>
        <a:p>
          <a:endParaRPr lang="en-US"/>
        </a:p>
      </dgm:t>
    </dgm:pt>
    <dgm:pt modelId="{871C1BD4-0F98-43FE-8059-C1879F6212C7}" type="pres">
      <dgm:prSet presAssocID="{B58282FE-B9E9-4AF9-A144-27BF69982139}" presName="Name0" presStyleCnt="0">
        <dgm:presLayoutVars>
          <dgm:dir/>
          <dgm:animLvl val="lvl"/>
          <dgm:resizeHandles val="exact"/>
        </dgm:presLayoutVars>
      </dgm:prSet>
      <dgm:spPr/>
    </dgm:pt>
    <dgm:pt modelId="{01B2D179-1126-47B9-9DEB-9EA5D52E184D}" type="pres">
      <dgm:prSet presAssocID="{D7FE8E30-51E6-4FB4-B84F-27B94FE103DB}" presName="linNode" presStyleCnt="0"/>
      <dgm:spPr/>
    </dgm:pt>
    <dgm:pt modelId="{0002375A-975B-4521-9F72-619E49FD00E5}" type="pres">
      <dgm:prSet presAssocID="{D7FE8E30-51E6-4FB4-B84F-27B94FE103DB}" presName="parTx" presStyleLbl="revTx" presStyleIdx="0" presStyleCnt="2">
        <dgm:presLayoutVars>
          <dgm:chMax val="1"/>
          <dgm:bulletEnabled val="1"/>
        </dgm:presLayoutVars>
      </dgm:prSet>
      <dgm:spPr/>
    </dgm:pt>
    <dgm:pt modelId="{978B081A-3578-408F-9797-D7D9F83ACFC8}" type="pres">
      <dgm:prSet presAssocID="{D7FE8E30-51E6-4FB4-B84F-27B94FE103DB}" presName="bracket" presStyleLbl="parChTrans1D1" presStyleIdx="0" presStyleCnt="2"/>
      <dgm:spPr/>
    </dgm:pt>
    <dgm:pt modelId="{BA4F0AF6-BDA3-452B-A192-6D0934491CA0}" type="pres">
      <dgm:prSet presAssocID="{D7FE8E30-51E6-4FB4-B84F-27B94FE103DB}" presName="spH" presStyleCnt="0"/>
      <dgm:spPr/>
    </dgm:pt>
    <dgm:pt modelId="{6C289A9D-EAA2-402D-8DBF-C10467BEDC95}" type="pres">
      <dgm:prSet presAssocID="{D7FE8E30-51E6-4FB4-B84F-27B94FE103DB}" presName="desTx" presStyleLbl="node1" presStyleIdx="0" presStyleCnt="2" custScaleY="123326" custLinFactNeighborX="-17241" custLinFactNeighborY="-1123">
        <dgm:presLayoutVars>
          <dgm:bulletEnabled val="1"/>
        </dgm:presLayoutVars>
      </dgm:prSet>
      <dgm:spPr/>
    </dgm:pt>
    <dgm:pt modelId="{BFD6F49B-8378-4178-8E9B-948374ACAAC9}" type="pres">
      <dgm:prSet presAssocID="{38BFA493-8386-47AA-B905-079C2ADCB002}" presName="spV" presStyleCnt="0"/>
      <dgm:spPr/>
    </dgm:pt>
    <dgm:pt modelId="{7833D844-C71D-486A-B2FF-201BB4ADAB75}" type="pres">
      <dgm:prSet presAssocID="{5A17B13B-D721-43A9-9224-DB4369E0F6D6}" presName="linNode" presStyleCnt="0"/>
      <dgm:spPr/>
    </dgm:pt>
    <dgm:pt modelId="{68D2CCC0-2F98-4B7A-9D48-CB4143F46A22}" type="pres">
      <dgm:prSet presAssocID="{5A17B13B-D721-43A9-9224-DB4369E0F6D6}" presName="parTx" presStyleLbl="revTx" presStyleIdx="1" presStyleCnt="2">
        <dgm:presLayoutVars>
          <dgm:chMax val="1"/>
          <dgm:bulletEnabled val="1"/>
        </dgm:presLayoutVars>
      </dgm:prSet>
      <dgm:spPr/>
    </dgm:pt>
    <dgm:pt modelId="{F65F0559-24A4-43E7-8FB7-F9CAC69751CC}" type="pres">
      <dgm:prSet presAssocID="{5A17B13B-D721-43A9-9224-DB4369E0F6D6}" presName="bracket" presStyleLbl="parChTrans1D1" presStyleIdx="1" presStyleCnt="2"/>
      <dgm:spPr/>
    </dgm:pt>
    <dgm:pt modelId="{248D66CF-6567-4913-A143-9F198B80E289}" type="pres">
      <dgm:prSet presAssocID="{5A17B13B-D721-43A9-9224-DB4369E0F6D6}" presName="spH" presStyleCnt="0"/>
      <dgm:spPr/>
    </dgm:pt>
    <dgm:pt modelId="{27C43BEE-8A8D-44F1-B9E2-E4C67669DFD3}" type="pres">
      <dgm:prSet presAssocID="{5A17B13B-D721-43A9-9224-DB4369E0F6D6}" presName="desTx" presStyleLbl="node1" presStyleIdx="1" presStyleCnt="2" custScaleY="103497" custLinFactNeighborX="0" custLinFactNeighborY="-1333">
        <dgm:presLayoutVars>
          <dgm:bulletEnabled val="1"/>
        </dgm:presLayoutVars>
      </dgm:prSet>
      <dgm:spPr/>
    </dgm:pt>
  </dgm:ptLst>
  <dgm:cxnLst>
    <dgm:cxn modelId="{68DE5E03-0F88-412F-87B9-0804B8DB62E2}" srcId="{D7FE8E30-51E6-4FB4-B84F-27B94FE103DB}" destId="{623CD710-8C2A-487E-B5D4-3A60156F8033}" srcOrd="2" destOrd="0" parTransId="{F865BACD-AE7B-45B5-9FD9-BED6FA35A3E6}" sibTransId="{5F968380-0990-4F73-B373-1A69415F687C}"/>
    <dgm:cxn modelId="{5B86AE07-A988-42A8-9761-FC7F71D6B89E}" type="presOf" srcId="{2691BD18-477C-4BA7-BDD4-78E5DFFA9C08}" destId="{6C289A9D-EAA2-402D-8DBF-C10467BEDC95}" srcOrd="0" destOrd="0" presId="urn:diagrams.loki3.com/BracketList"/>
    <dgm:cxn modelId="{E172E607-9268-48E5-B55C-A9BB22DAB8F4}" type="presOf" srcId="{A0E8CB99-E445-44C2-B479-411E4E2940F8}" destId="{6C289A9D-EAA2-402D-8DBF-C10467BEDC95}" srcOrd="0" destOrd="4" presId="urn:diagrams.loki3.com/BracketList"/>
    <dgm:cxn modelId="{ABA9090B-BC99-4B6F-88F2-FCC2318C27B8}" srcId="{5A17B13B-D721-43A9-9224-DB4369E0F6D6}" destId="{D9F7E43F-DB20-4BE9-A740-78D4955600DF}" srcOrd="1" destOrd="0" parTransId="{8E92B80C-CCC7-4627-9E85-FA122E8F35F3}" sibTransId="{0A789CF8-D264-4FE7-898E-5364C271638C}"/>
    <dgm:cxn modelId="{A28C2F2A-CC9B-44AE-89A5-0938F458DDCB}" srcId="{B58282FE-B9E9-4AF9-A144-27BF69982139}" destId="{D7FE8E30-51E6-4FB4-B84F-27B94FE103DB}" srcOrd="0" destOrd="0" parTransId="{05F4B831-6CA1-4181-8CEC-127906D54507}" sibTransId="{38BFA493-8386-47AA-B905-079C2ADCB002}"/>
    <dgm:cxn modelId="{7866C92F-B81B-4544-A640-4F7577C44225}" type="presOf" srcId="{AD577E3E-EC0E-4FF0-A3EA-5D7FE2FE3D91}" destId="{6C289A9D-EAA2-402D-8DBF-C10467BEDC95}" srcOrd="0" destOrd="3" presId="urn:diagrams.loki3.com/BracketList"/>
    <dgm:cxn modelId="{9D24EB3E-AFD4-4C3C-AA5C-E570E2A5CA8E}" srcId="{D7FE8E30-51E6-4FB4-B84F-27B94FE103DB}" destId="{AD577E3E-EC0E-4FF0-A3EA-5D7FE2FE3D91}" srcOrd="3" destOrd="0" parTransId="{9C3D3088-F8F5-4FDB-A91C-C08D015B3AC5}" sibTransId="{66DCD370-E19B-49A1-AD76-7D73A2805B50}"/>
    <dgm:cxn modelId="{59A1B842-9ECB-4922-9DD3-1005C3AB331D}" type="presOf" srcId="{A62F4B59-DC23-42FE-8C03-1F641004B688}" destId="{27C43BEE-8A8D-44F1-B9E2-E4C67669DFD3}" srcOrd="0" destOrd="0" presId="urn:diagrams.loki3.com/BracketList"/>
    <dgm:cxn modelId="{97567E63-499C-443D-B185-B82326F221C7}" srcId="{D7FE8E30-51E6-4FB4-B84F-27B94FE103DB}" destId="{A0E8CB99-E445-44C2-B479-411E4E2940F8}" srcOrd="4" destOrd="0" parTransId="{7713F5B5-92A2-4235-B24D-BF66ECA8FF2C}" sibTransId="{C0E028DB-D2FF-4FF6-A9BA-5F12975010FA}"/>
    <dgm:cxn modelId="{3563A04E-A002-401B-B8B1-9196BADF8F1D}" srcId="{D7FE8E30-51E6-4FB4-B84F-27B94FE103DB}" destId="{2691BD18-477C-4BA7-BDD4-78E5DFFA9C08}" srcOrd="0" destOrd="0" parTransId="{98B47DBE-8740-4D2A-88BC-F2A2C593B942}" sibTransId="{A17BCC5A-2A55-4ACE-A9E4-CD0270342EE2}"/>
    <dgm:cxn modelId="{2FAA707B-A282-46AF-93B0-013DA8878ABC}" srcId="{5A17B13B-D721-43A9-9224-DB4369E0F6D6}" destId="{A62F4B59-DC23-42FE-8C03-1F641004B688}" srcOrd="0" destOrd="0" parTransId="{80918436-C301-4CF6-895C-003376BD4D7E}" sibTransId="{9ADA7418-554C-40BE-BA95-575B01A7100A}"/>
    <dgm:cxn modelId="{7343A99D-522F-46BA-9E98-8C84F7D340A8}" type="presOf" srcId="{B58282FE-B9E9-4AF9-A144-27BF69982139}" destId="{871C1BD4-0F98-43FE-8059-C1879F6212C7}" srcOrd="0" destOrd="0" presId="urn:diagrams.loki3.com/BracketList"/>
    <dgm:cxn modelId="{56D8ABAF-88A7-4D67-BFC7-9CC2C1D933AB}" srcId="{D7FE8E30-51E6-4FB4-B84F-27B94FE103DB}" destId="{333E30A6-4FB1-4ACA-B869-8D30C765BA87}" srcOrd="1" destOrd="0" parTransId="{F1CF5966-BDF2-4DC8-AFD3-520A584985F0}" sibTransId="{60DAD4DE-791B-4D77-9815-C037C2869604}"/>
    <dgm:cxn modelId="{09FC6ABD-9C85-4A2B-8CEE-FD08A24A4F5C}" type="presOf" srcId="{5A17B13B-D721-43A9-9224-DB4369E0F6D6}" destId="{68D2CCC0-2F98-4B7A-9D48-CB4143F46A22}" srcOrd="0" destOrd="0" presId="urn:diagrams.loki3.com/BracketList"/>
    <dgm:cxn modelId="{25D610C7-AF47-44C1-AC5C-ACDC289E0C25}" type="presOf" srcId="{623CD710-8C2A-487E-B5D4-3A60156F8033}" destId="{6C289A9D-EAA2-402D-8DBF-C10467BEDC95}" srcOrd="0" destOrd="2" presId="urn:diagrams.loki3.com/BracketList"/>
    <dgm:cxn modelId="{08BF5DC8-03B0-4082-BAB3-42DDC90214D0}" type="presOf" srcId="{D9F7E43F-DB20-4BE9-A740-78D4955600DF}" destId="{27C43BEE-8A8D-44F1-B9E2-E4C67669DFD3}" srcOrd="0" destOrd="1" presId="urn:diagrams.loki3.com/BracketList"/>
    <dgm:cxn modelId="{5AE67DE7-1773-4FD3-A1BA-BA7CB4762171}" srcId="{B58282FE-B9E9-4AF9-A144-27BF69982139}" destId="{5A17B13B-D721-43A9-9224-DB4369E0F6D6}" srcOrd="1" destOrd="0" parTransId="{CF45A6A6-BAD9-4417-A214-638ADCC6BC8E}" sibTransId="{EC4B8246-2E2E-4039-847B-BACCD006C05D}"/>
    <dgm:cxn modelId="{E4A1D3EA-0A35-41C5-882A-79C6F5C898DD}" type="presOf" srcId="{333E30A6-4FB1-4ACA-B869-8D30C765BA87}" destId="{6C289A9D-EAA2-402D-8DBF-C10467BEDC95}" srcOrd="0" destOrd="1" presId="urn:diagrams.loki3.com/BracketList"/>
    <dgm:cxn modelId="{24EDFCF8-FE52-4A58-A1F8-EFCDB760E851}" type="presOf" srcId="{D7FE8E30-51E6-4FB4-B84F-27B94FE103DB}" destId="{0002375A-975B-4521-9F72-619E49FD00E5}" srcOrd="0" destOrd="0" presId="urn:diagrams.loki3.com/BracketList"/>
    <dgm:cxn modelId="{0B090E1E-108A-4DBD-8DC6-39483970610B}" type="presParOf" srcId="{871C1BD4-0F98-43FE-8059-C1879F6212C7}" destId="{01B2D179-1126-47B9-9DEB-9EA5D52E184D}" srcOrd="0" destOrd="0" presId="urn:diagrams.loki3.com/BracketList"/>
    <dgm:cxn modelId="{B0EE5D1B-BAAE-4A10-ABC8-4424E42F97E9}" type="presParOf" srcId="{01B2D179-1126-47B9-9DEB-9EA5D52E184D}" destId="{0002375A-975B-4521-9F72-619E49FD00E5}" srcOrd="0" destOrd="0" presId="urn:diagrams.loki3.com/BracketList"/>
    <dgm:cxn modelId="{DF934966-2F2A-4834-AFE9-C0AA6CD90A92}" type="presParOf" srcId="{01B2D179-1126-47B9-9DEB-9EA5D52E184D}" destId="{978B081A-3578-408F-9797-D7D9F83ACFC8}" srcOrd="1" destOrd="0" presId="urn:diagrams.loki3.com/BracketList"/>
    <dgm:cxn modelId="{AFF8EA2E-267F-4085-BA8F-8BAAC0178E01}" type="presParOf" srcId="{01B2D179-1126-47B9-9DEB-9EA5D52E184D}" destId="{BA4F0AF6-BDA3-452B-A192-6D0934491CA0}" srcOrd="2" destOrd="0" presId="urn:diagrams.loki3.com/BracketList"/>
    <dgm:cxn modelId="{F6894741-9A83-4922-ACDE-755A847ED23F}" type="presParOf" srcId="{01B2D179-1126-47B9-9DEB-9EA5D52E184D}" destId="{6C289A9D-EAA2-402D-8DBF-C10467BEDC95}" srcOrd="3" destOrd="0" presId="urn:diagrams.loki3.com/BracketList"/>
    <dgm:cxn modelId="{9CD01344-9278-4C86-BC41-1D57BCEC18D9}" type="presParOf" srcId="{871C1BD4-0F98-43FE-8059-C1879F6212C7}" destId="{BFD6F49B-8378-4178-8E9B-948374ACAAC9}" srcOrd="1" destOrd="0" presId="urn:diagrams.loki3.com/BracketList"/>
    <dgm:cxn modelId="{E7EA52E9-F0D1-461C-8D59-CD5D1F28A11A}" type="presParOf" srcId="{871C1BD4-0F98-43FE-8059-C1879F6212C7}" destId="{7833D844-C71D-486A-B2FF-201BB4ADAB75}" srcOrd="2" destOrd="0" presId="urn:diagrams.loki3.com/BracketList"/>
    <dgm:cxn modelId="{6F7EAB4E-4D54-4EAD-97AB-56A8C3A6FAA9}" type="presParOf" srcId="{7833D844-C71D-486A-B2FF-201BB4ADAB75}" destId="{68D2CCC0-2F98-4B7A-9D48-CB4143F46A22}" srcOrd="0" destOrd="0" presId="urn:diagrams.loki3.com/BracketList"/>
    <dgm:cxn modelId="{9FE796C1-6646-4523-BFF2-B0F803A630CC}" type="presParOf" srcId="{7833D844-C71D-486A-B2FF-201BB4ADAB75}" destId="{F65F0559-24A4-43E7-8FB7-F9CAC69751CC}" srcOrd="1" destOrd="0" presId="urn:diagrams.loki3.com/BracketList"/>
    <dgm:cxn modelId="{A62D3A01-4FFD-43F5-B050-EB511F0D44FF}" type="presParOf" srcId="{7833D844-C71D-486A-B2FF-201BB4ADAB75}" destId="{248D66CF-6567-4913-A143-9F198B80E289}" srcOrd="2" destOrd="0" presId="urn:diagrams.loki3.com/BracketList"/>
    <dgm:cxn modelId="{37B08F83-59A4-4E41-A67F-5C22745AF231}" type="presParOf" srcId="{7833D844-C71D-486A-B2FF-201BB4ADAB75}" destId="{27C43BEE-8A8D-44F1-B9E2-E4C67669DFD3}" srcOrd="3" destOrd="0" presId="urn:diagrams.loki3.com/Bracket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11EE66E3-8AB7-40AE-9957-E169AF6B2EF5}" type="doc">
      <dgm:prSet loTypeId="urn:microsoft.com/office/officeart/2005/8/layout/chevronAccent+Icon" loCatId="officeonline" qsTypeId="urn:microsoft.com/office/officeart/2005/8/quickstyle/simple1#10" qsCatId="simple" csTypeId="urn:microsoft.com/office/officeart/2005/8/colors/accent1_2#10" csCatId="accent1" phldr="1"/>
      <dgm:spPr/>
      <dgm:t>
        <a:bodyPr/>
        <a:lstStyle/>
        <a:p>
          <a:endParaRPr lang="en-IN"/>
        </a:p>
      </dgm:t>
    </dgm:pt>
    <dgm:pt modelId="{3A7270D2-D2F2-4A9B-B057-5646A091EFA2}">
      <dgm:prSet phldrT="[Text]" phldr="0" custT="1"/>
      <dgm:spPr/>
      <dgm:t>
        <a:bodyPr/>
        <a:lstStyle/>
        <a:p>
          <a:r>
            <a:rPr lang="en-US" sz="1200" dirty="0"/>
            <a:t>Generate Raw File from RFM2</a:t>
          </a:r>
          <a:endParaRPr lang="en-IN" sz="1200" dirty="0"/>
        </a:p>
      </dgm:t>
    </dgm:pt>
    <dgm:pt modelId="{EF26BB4C-6570-4EC5-B927-50F9702C16B4}" type="parTrans" cxnId="{9A3A883E-63D4-4190-A629-DE62E647B003}">
      <dgm:prSet/>
      <dgm:spPr/>
      <dgm:t>
        <a:bodyPr/>
        <a:lstStyle/>
        <a:p>
          <a:endParaRPr lang="en-IN"/>
        </a:p>
      </dgm:t>
    </dgm:pt>
    <dgm:pt modelId="{16BC04BA-9320-4AA8-B347-1FD5962C63E1}" type="sibTrans" cxnId="{9A3A883E-63D4-4190-A629-DE62E647B003}">
      <dgm:prSet/>
      <dgm:spPr/>
      <dgm:t>
        <a:bodyPr/>
        <a:lstStyle/>
        <a:p>
          <a:endParaRPr lang="en-IN"/>
        </a:p>
      </dgm:t>
    </dgm:pt>
    <dgm:pt modelId="{0FF9AF77-9691-4A2C-A91A-E876EA28B666}">
      <dgm:prSet phldrT="[Text]" phldr="0" custT="1"/>
      <dgm:spPr/>
      <dgm:t>
        <a:bodyPr/>
        <a:lstStyle/>
        <a:p>
          <a:r>
            <a:rPr lang="en-US" sz="1200" dirty="0"/>
            <a:t>Split Menu Item</a:t>
          </a:r>
          <a:endParaRPr lang="en-IN" sz="1200" dirty="0"/>
        </a:p>
      </dgm:t>
    </dgm:pt>
    <dgm:pt modelId="{60C072A2-44EE-4CF3-8320-E8BFE4314647}" type="parTrans" cxnId="{000A1654-2546-41AA-AA37-E707D210CED7}">
      <dgm:prSet/>
      <dgm:spPr/>
      <dgm:t>
        <a:bodyPr/>
        <a:lstStyle/>
        <a:p>
          <a:endParaRPr lang="en-IN"/>
        </a:p>
      </dgm:t>
    </dgm:pt>
    <dgm:pt modelId="{BCA944A4-D4B7-4835-B7CC-5B2BB88AD3FD}" type="sibTrans" cxnId="{000A1654-2546-41AA-AA37-E707D210CED7}">
      <dgm:prSet/>
      <dgm:spPr/>
      <dgm:t>
        <a:bodyPr/>
        <a:lstStyle/>
        <a:p>
          <a:endParaRPr lang="en-IN"/>
        </a:p>
      </dgm:t>
    </dgm:pt>
    <dgm:pt modelId="{7519C6C7-1ED2-4A82-A569-29C1DD6642DE}">
      <dgm:prSet phldrT="[Text]" phldr="0" custT="1"/>
      <dgm:spPr/>
      <dgm:t>
        <a:bodyPr/>
        <a:lstStyle/>
        <a:p>
          <a:r>
            <a:rPr lang="en-US" sz="1200" dirty="0"/>
            <a:t>File Conversion (Dashboard ready</a:t>
          </a:r>
          <a:r>
            <a:rPr lang="en-US" sz="1100" dirty="0"/>
            <a:t>)</a:t>
          </a:r>
          <a:endParaRPr lang="en-IN" sz="1100" dirty="0"/>
        </a:p>
      </dgm:t>
    </dgm:pt>
    <dgm:pt modelId="{7FA975AC-DE7F-454A-88CC-143B07830A51}" type="parTrans" cxnId="{C92C4C48-E546-41C3-9009-C81860918335}">
      <dgm:prSet/>
      <dgm:spPr/>
      <dgm:t>
        <a:bodyPr/>
        <a:lstStyle/>
        <a:p>
          <a:endParaRPr lang="en-IN"/>
        </a:p>
      </dgm:t>
    </dgm:pt>
    <dgm:pt modelId="{6D3E3EFE-ED41-4AF0-8D6A-4D25EDC531DD}" type="sibTrans" cxnId="{C92C4C48-E546-41C3-9009-C81860918335}">
      <dgm:prSet/>
      <dgm:spPr/>
      <dgm:t>
        <a:bodyPr/>
        <a:lstStyle/>
        <a:p>
          <a:endParaRPr lang="en-IN"/>
        </a:p>
      </dgm:t>
    </dgm:pt>
    <dgm:pt modelId="{181727D8-C3BC-4AC3-B56C-EA6C9E0DD0C0}">
      <dgm:prSet phldrT="[Text]" phldr="0" custT="1"/>
      <dgm:spPr/>
      <dgm:t>
        <a:bodyPr/>
        <a:lstStyle/>
        <a:p>
          <a:r>
            <a:rPr lang="en-US" sz="1200" dirty="0"/>
            <a:t>Field Wise Data File (Client requirement</a:t>
          </a:r>
          <a:r>
            <a:rPr lang="en-US" sz="1000" dirty="0"/>
            <a:t>)</a:t>
          </a:r>
          <a:endParaRPr lang="en-IN" sz="1000" dirty="0"/>
        </a:p>
      </dgm:t>
    </dgm:pt>
    <dgm:pt modelId="{45CE093E-B898-4FB4-82EE-23AC32C37E1B}" type="parTrans" cxnId="{C4F54E7E-25E3-4246-BA73-95015FCCB712}">
      <dgm:prSet/>
      <dgm:spPr/>
      <dgm:t>
        <a:bodyPr/>
        <a:lstStyle/>
        <a:p>
          <a:endParaRPr lang="en-IN"/>
        </a:p>
      </dgm:t>
    </dgm:pt>
    <dgm:pt modelId="{E9A31C1A-F99D-4A5F-8BCC-0462C05971D6}" type="sibTrans" cxnId="{C4F54E7E-25E3-4246-BA73-95015FCCB712}">
      <dgm:prSet/>
      <dgm:spPr/>
      <dgm:t>
        <a:bodyPr/>
        <a:lstStyle/>
        <a:p>
          <a:endParaRPr lang="en-IN"/>
        </a:p>
      </dgm:t>
    </dgm:pt>
    <dgm:pt modelId="{5D427641-2F70-41F0-AA9E-3D1F4A35C6F2}">
      <dgm:prSet phldrT="[Text]" phldr="0" custT="1"/>
      <dgm:spPr/>
      <dgm:t>
        <a:bodyPr/>
        <a:lstStyle/>
        <a:p>
          <a:r>
            <a:rPr lang="en-US" sz="1200" dirty="0"/>
            <a:t>Files Validation </a:t>
          </a:r>
          <a:endParaRPr lang="en-IN" sz="1200" dirty="0"/>
        </a:p>
      </dgm:t>
    </dgm:pt>
    <dgm:pt modelId="{0561A180-2B21-4450-9730-91760D8B42C8}" type="parTrans" cxnId="{D086FDD7-DD1A-4E76-989E-5DD0D5244EE1}">
      <dgm:prSet/>
      <dgm:spPr/>
      <dgm:t>
        <a:bodyPr/>
        <a:lstStyle/>
        <a:p>
          <a:endParaRPr lang="en-IN"/>
        </a:p>
      </dgm:t>
    </dgm:pt>
    <dgm:pt modelId="{552979E8-DF42-4162-A3AA-36BE4130D3CE}" type="sibTrans" cxnId="{D086FDD7-DD1A-4E76-989E-5DD0D5244EE1}">
      <dgm:prSet/>
      <dgm:spPr/>
      <dgm:t>
        <a:bodyPr/>
        <a:lstStyle/>
        <a:p>
          <a:endParaRPr lang="en-IN"/>
        </a:p>
      </dgm:t>
    </dgm:pt>
    <dgm:pt modelId="{378CB132-5273-4E58-BA79-36C4C76FF9EA}">
      <dgm:prSet phldrT="[Text]" phldr="0" custT="1"/>
      <dgm:spPr/>
      <dgm:t>
        <a:bodyPr/>
        <a:lstStyle/>
        <a:p>
          <a:r>
            <a:rPr lang="en-US" sz="1200" dirty="0"/>
            <a:t>Check  Activation% on Dashboard</a:t>
          </a:r>
          <a:endParaRPr lang="en-IN" sz="1200" dirty="0"/>
        </a:p>
      </dgm:t>
    </dgm:pt>
    <dgm:pt modelId="{C78FAD97-AA60-413F-94AB-2C2CF660F60E}" type="parTrans" cxnId="{0EB9FD22-CE19-4A7D-8A80-B87E5A759591}">
      <dgm:prSet/>
      <dgm:spPr/>
      <dgm:t>
        <a:bodyPr/>
        <a:lstStyle/>
        <a:p>
          <a:endParaRPr lang="en-IN"/>
        </a:p>
      </dgm:t>
    </dgm:pt>
    <dgm:pt modelId="{9024B1E6-D449-4DE7-9F3E-43A19F9A0BA7}" type="sibTrans" cxnId="{0EB9FD22-CE19-4A7D-8A80-B87E5A759591}">
      <dgm:prSet/>
      <dgm:spPr/>
      <dgm:t>
        <a:bodyPr/>
        <a:lstStyle/>
        <a:p>
          <a:endParaRPr lang="en-IN"/>
        </a:p>
      </dgm:t>
    </dgm:pt>
    <dgm:pt modelId="{3839D46C-392A-4D8A-B14F-C281EE6E66A0}" type="pres">
      <dgm:prSet presAssocID="{11EE66E3-8AB7-40AE-9957-E169AF6B2EF5}" presName="Name0" presStyleCnt="0">
        <dgm:presLayoutVars>
          <dgm:dir/>
          <dgm:resizeHandles val="exact"/>
        </dgm:presLayoutVars>
      </dgm:prSet>
      <dgm:spPr/>
    </dgm:pt>
    <dgm:pt modelId="{8FE5E8D9-9254-429B-B224-82153C8F3D13}" type="pres">
      <dgm:prSet presAssocID="{3A7270D2-D2F2-4A9B-B057-5646A091EFA2}" presName="composite" presStyleCnt="0"/>
      <dgm:spPr/>
    </dgm:pt>
    <dgm:pt modelId="{227AF05F-FBA8-4C2A-A18C-FC0DADFA7944}" type="pres">
      <dgm:prSet presAssocID="{3A7270D2-D2F2-4A9B-B057-5646A091EFA2}" presName="bgChev" presStyleLbl="node1" presStyleIdx="0" presStyleCnt="6"/>
      <dgm:spPr/>
    </dgm:pt>
    <dgm:pt modelId="{C9BE25A1-D4BB-40A4-8E32-3FD62169834B}" type="pres">
      <dgm:prSet presAssocID="{3A7270D2-D2F2-4A9B-B057-5646A091EFA2}" presName="txNode" presStyleLbl="fgAcc1" presStyleIdx="0" presStyleCnt="6">
        <dgm:presLayoutVars>
          <dgm:bulletEnabled val="1"/>
        </dgm:presLayoutVars>
      </dgm:prSet>
      <dgm:spPr/>
    </dgm:pt>
    <dgm:pt modelId="{5F36A278-2BEC-4B6E-B4FF-ED916B429E8A}" type="pres">
      <dgm:prSet presAssocID="{16BC04BA-9320-4AA8-B347-1FD5962C63E1}" presName="compositeSpace" presStyleCnt="0"/>
      <dgm:spPr/>
    </dgm:pt>
    <dgm:pt modelId="{82434AB3-83DD-4580-800C-79F6C6441485}" type="pres">
      <dgm:prSet presAssocID="{0FF9AF77-9691-4A2C-A91A-E876EA28B666}" presName="composite" presStyleCnt="0"/>
      <dgm:spPr/>
    </dgm:pt>
    <dgm:pt modelId="{27DBDE33-9BE4-478C-A126-CBAC104593A4}" type="pres">
      <dgm:prSet presAssocID="{0FF9AF77-9691-4A2C-A91A-E876EA28B666}" presName="bgChev" presStyleLbl="node1" presStyleIdx="1" presStyleCnt="6"/>
      <dgm:spPr>
        <a:solidFill>
          <a:srgbClr val="FF0000"/>
        </a:solidFill>
      </dgm:spPr>
    </dgm:pt>
    <dgm:pt modelId="{75FFC07C-8118-40A2-BE7E-B6A36320058D}" type="pres">
      <dgm:prSet presAssocID="{0FF9AF77-9691-4A2C-A91A-E876EA28B666}" presName="txNode" presStyleLbl="fgAcc1" presStyleIdx="1" presStyleCnt="6">
        <dgm:presLayoutVars>
          <dgm:bulletEnabled val="1"/>
        </dgm:presLayoutVars>
      </dgm:prSet>
      <dgm:spPr/>
    </dgm:pt>
    <dgm:pt modelId="{769E7C49-CD5D-464D-B082-61E1D91F071A}" type="pres">
      <dgm:prSet presAssocID="{BCA944A4-D4B7-4835-B7CC-5B2BB88AD3FD}" presName="compositeSpace" presStyleCnt="0"/>
      <dgm:spPr/>
    </dgm:pt>
    <dgm:pt modelId="{4D381F8E-E72F-46C1-9964-389B74FEB97C}" type="pres">
      <dgm:prSet presAssocID="{7519C6C7-1ED2-4A82-A569-29C1DD6642DE}" presName="composite" presStyleCnt="0"/>
      <dgm:spPr/>
    </dgm:pt>
    <dgm:pt modelId="{02D3D849-1191-4E29-A0AE-65D8524F0F91}" type="pres">
      <dgm:prSet presAssocID="{7519C6C7-1ED2-4A82-A569-29C1DD6642DE}" presName="bgChev" presStyleLbl="node1" presStyleIdx="2" presStyleCnt="6"/>
      <dgm:spPr>
        <a:solidFill>
          <a:srgbClr val="FF0000"/>
        </a:solidFill>
      </dgm:spPr>
    </dgm:pt>
    <dgm:pt modelId="{E548211D-9998-482A-A379-59FAD61CCB46}" type="pres">
      <dgm:prSet presAssocID="{7519C6C7-1ED2-4A82-A569-29C1DD6642DE}" presName="txNode" presStyleLbl="fgAcc1" presStyleIdx="2" presStyleCnt="6">
        <dgm:presLayoutVars>
          <dgm:bulletEnabled val="1"/>
        </dgm:presLayoutVars>
      </dgm:prSet>
      <dgm:spPr/>
    </dgm:pt>
    <dgm:pt modelId="{5744211D-E6AD-4973-B92E-8A3E3F4B2363}" type="pres">
      <dgm:prSet presAssocID="{6D3E3EFE-ED41-4AF0-8D6A-4D25EDC531DD}" presName="compositeSpace" presStyleCnt="0"/>
      <dgm:spPr/>
    </dgm:pt>
    <dgm:pt modelId="{49A48DCC-B39E-4F06-9A7D-C19989A13232}" type="pres">
      <dgm:prSet presAssocID="{181727D8-C3BC-4AC3-B56C-EA6C9E0DD0C0}" presName="composite" presStyleCnt="0"/>
      <dgm:spPr/>
    </dgm:pt>
    <dgm:pt modelId="{8CBDF955-47B9-4B6A-A88B-9F1112CFFD7E}" type="pres">
      <dgm:prSet presAssocID="{181727D8-C3BC-4AC3-B56C-EA6C9E0DD0C0}" presName="bgChev" presStyleLbl="node1" presStyleIdx="3" presStyleCnt="6"/>
      <dgm:spPr>
        <a:solidFill>
          <a:srgbClr val="FF0000"/>
        </a:solidFill>
      </dgm:spPr>
    </dgm:pt>
    <dgm:pt modelId="{BC94EAFD-97C2-4A23-80C4-1FAF4217BE0E}" type="pres">
      <dgm:prSet presAssocID="{181727D8-C3BC-4AC3-B56C-EA6C9E0DD0C0}" presName="txNode" presStyleLbl="fgAcc1" presStyleIdx="3" presStyleCnt="6">
        <dgm:presLayoutVars>
          <dgm:bulletEnabled val="1"/>
        </dgm:presLayoutVars>
      </dgm:prSet>
      <dgm:spPr/>
    </dgm:pt>
    <dgm:pt modelId="{942C2CAB-F5A2-4CCC-A86C-59419416D9DD}" type="pres">
      <dgm:prSet presAssocID="{E9A31C1A-F99D-4A5F-8BCC-0462C05971D6}" presName="compositeSpace" presStyleCnt="0"/>
      <dgm:spPr/>
    </dgm:pt>
    <dgm:pt modelId="{5FD8E318-B713-4B72-B6FF-C19FCC4DF34D}" type="pres">
      <dgm:prSet presAssocID="{5D427641-2F70-41F0-AA9E-3D1F4A35C6F2}" presName="composite" presStyleCnt="0"/>
      <dgm:spPr/>
    </dgm:pt>
    <dgm:pt modelId="{4CFB87C3-67C2-40C4-837E-57D4D5E2A514}" type="pres">
      <dgm:prSet presAssocID="{5D427641-2F70-41F0-AA9E-3D1F4A35C6F2}" presName="bgChev" presStyleLbl="node1" presStyleIdx="4" presStyleCnt="6"/>
      <dgm:spPr>
        <a:solidFill>
          <a:srgbClr val="FF0000"/>
        </a:solidFill>
      </dgm:spPr>
    </dgm:pt>
    <dgm:pt modelId="{2B289FC7-496E-490D-9065-D93F8A294803}" type="pres">
      <dgm:prSet presAssocID="{5D427641-2F70-41F0-AA9E-3D1F4A35C6F2}" presName="txNode" presStyleLbl="fgAcc1" presStyleIdx="4" presStyleCnt="6">
        <dgm:presLayoutVars>
          <dgm:bulletEnabled val="1"/>
        </dgm:presLayoutVars>
      </dgm:prSet>
      <dgm:spPr/>
    </dgm:pt>
    <dgm:pt modelId="{A58E98B9-C419-4BFC-9D53-421C904B353B}" type="pres">
      <dgm:prSet presAssocID="{552979E8-DF42-4162-A3AA-36BE4130D3CE}" presName="compositeSpace" presStyleCnt="0"/>
      <dgm:spPr/>
    </dgm:pt>
    <dgm:pt modelId="{50D12479-9DAF-4FE2-800C-0A7B0CBE1D40}" type="pres">
      <dgm:prSet presAssocID="{378CB132-5273-4E58-BA79-36C4C76FF9EA}" presName="composite" presStyleCnt="0"/>
      <dgm:spPr/>
    </dgm:pt>
    <dgm:pt modelId="{C64DFD95-E79D-42A3-9C5B-B0EEA2E3C5D5}" type="pres">
      <dgm:prSet presAssocID="{378CB132-5273-4E58-BA79-36C4C76FF9EA}" presName="bgChev" presStyleLbl="node1" presStyleIdx="5" presStyleCnt="6"/>
      <dgm:spPr/>
    </dgm:pt>
    <dgm:pt modelId="{65FC20D0-C6F2-4B57-B841-EF08BFD85FF4}" type="pres">
      <dgm:prSet presAssocID="{378CB132-5273-4E58-BA79-36C4C76FF9EA}" presName="txNode" presStyleLbl="fgAcc1" presStyleIdx="5" presStyleCnt="6">
        <dgm:presLayoutVars>
          <dgm:bulletEnabled val="1"/>
        </dgm:presLayoutVars>
      </dgm:prSet>
      <dgm:spPr/>
    </dgm:pt>
  </dgm:ptLst>
  <dgm:cxnLst>
    <dgm:cxn modelId="{0EB9FD22-CE19-4A7D-8A80-B87E5A759591}" srcId="{11EE66E3-8AB7-40AE-9957-E169AF6B2EF5}" destId="{378CB132-5273-4E58-BA79-36C4C76FF9EA}" srcOrd="5" destOrd="0" parTransId="{C78FAD97-AA60-413F-94AB-2C2CF660F60E}" sibTransId="{9024B1E6-D449-4DE7-9F3E-43A19F9A0BA7}"/>
    <dgm:cxn modelId="{9A3A883E-63D4-4190-A629-DE62E647B003}" srcId="{11EE66E3-8AB7-40AE-9957-E169AF6B2EF5}" destId="{3A7270D2-D2F2-4A9B-B057-5646A091EFA2}" srcOrd="0" destOrd="0" parTransId="{EF26BB4C-6570-4EC5-B927-50F9702C16B4}" sibTransId="{16BC04BA-9320-4AA8-B347-1FD5962C63E1}"/>
    <dgm:cxn modelId="{BE6AD33F-AD69-4052-9DF9-BD7869374DDB}" type="presOf" srcId="{11EE66E3-8AB7-40AE-9957-E169AF6B2EF5}" destId="{3839D46C-392A-4D8A-B14F-C281EE6E66A0}" srcOrd="0" destOrd="0" presId="urn:microsoft.com/office/officeart/2005/8/layout/chevronAccent+Icon"/>
    <dgm:cxn modelId="{C92C4C48-E546-41C3-9009-C81860918335}" srcId="{11EE66E3-8AB7-40AE-9957-E169AF6B2EF5}" destId="{7519C6C7-1ED2-4A82-A569-29C1DD6642DE}" srcOrd="2" destOrd="0" parTransId="{7FA975AC-DE7F-454A-88CC-143B07830A51}" sibTransId="{6D3E3EFE-ED41-4AF0-8D6A-4D25EDC531DD}"/>
    <dgm:cxn modelId="{C0C2D24F-B9B2-41C5-AC9C-AD5CA31EBD75}" type="presOf" srcId="{3A7270D2-D2F2-4A9B-B057-5646A091EFA2}" destId="{C9BE25A1-D4BB-40A4-8E32-3FD62169834B}" srcOrd="0" destOrd="0" presId="urn:microsoft.com/office/officeart/2005/8/layout/chevronAccent+Icon"/>
    <dgm:cxn modelId="{000A1654-2546-41AA-AA37-E707D210CED7}" srcId="{11EE66E3-8AB7-40AE-9957-E169AF6B2EF5}" destId="{0FF9AF77-9691-4A2C-A91A-E876EA28B666}" srcOrd="1" destOrd="0" parTransId="{60C072A2-44EE-4CF3-8320-E8BFE4314647}" sibTransId="{BCA944A4-D4B7-4835-B7CC-5B2BB88AD3FD}"/>
    <dgm:cxn modelId="{C4F54E7E-25E3-4246-BA73-95015FCCB712}" srcId="{11EE66E3-8AB7-40AE-9957-E169AF6B2EF5}" destId="{181727D8-C3BC-4AC3-B56C-EA6C9E0DD0C0}" srcOrd="3" destOrd="0" parTransId="{45CE093E-B898-4FB4-82EE-23AC32C37E1B}" sibTransId="{E9A31C1A-F99D-4A5F-8BCC-0462C05971D6}"/>
    <dgm:cxn modelId="{249B4B96-18C6-4B2E-AAF6-DD8792D0CB45}" type="presOf" srcId="{378CB132-5273-4E58-BA79-36C4C76FF9EA}" destId="{65FC20D0-C6F2-4B57-B841-EF08BFD85FF4}" srcOrd="0" destOrd="0" presId="urn:microsoft.com/office/officeart/2005/8/layout/chevronAccent+Icon"/>
    <dgm:cxn modelId="{D404D0D6-0F51-470A-8CC8-B0484196EC0B}" type="presOf" srcId="{5D427641-2F70-41F0-AA9E-3D1F4A35C6F2}" destId="{2B289FC7-496E-490D-9065-D93F8A294803}" srcOrd="0" destOrd="0" presId="urn:microsoft.com/office/officeart/2005/8/layout/chevronAccent+Icon"/>
    <dgm:cxn modelId="{D086FDD7-DD1A-4E76-989E-5DD0D5244EE1}" srcId="{11EE66E3-8AB7-40AE-9957-E169AF6B2EF5}" destId="{5D427641-2F70-41F0-AA9E-3D1F4A35C6F2}" srcOrd="4" destOrd="0" parTransId="{0561A180-2B21-4450-9730-91760D8B42C8}" sibTransId="{552979E8-DF42-4162-A3AA-36BE4130D3CE}"/>
    <dgm:cxn modelId="{C3FB30F7-F752-4299-A719-BD11C06156FA}" type="presOf" srcId="{7519C6C7-1ED2-4A82-A569-29C1DD6642DE}" destId="{E548211D-9998-482A-A379-59FAD61CCB46}" srcOrd="0" destOrd="0" presId="urn:microsoft.com/office/officeart/2005/8/layout/chevronAccent+Icon"/>
    <dgm:cxn modelId="{65C5EBFD-9A76-4850-AA36-36708ED80623}" type="presOf" srcId="{181727D8-C3BC-4AC3-B56C-EA6C9E0DD0C0}" destId="{BC94EAFD-97C2-4A23-80C4-1FAF4217BE0E}" srcOrd="0" destOrd="0" presId="urn:microsoft.com/office/officeart/2005/8/layout/chevronAccent+Icon"/>
    <dgm:cxn modelId="{721B9AFF-ABDE-4FB0-88F5-4E33970BA33B}" type="presOf" srcId="{0FF9AF77-9691-4A2C-A91A-E876EA28B666}" destId="{75FFC07C-8118-40A2-BE7E-B6A36320058D}" srcOrd="0" destOrd="0" presId="urn:microsoft.com/office/officeart/2005/8/layout/chevronAccent+Icon"/>
    <dgm:cxn modelId="{F5C23A77-88F1-44E5-912E-EF969FB5E07E}" type="presParOf" srcId="{3839D46C-392A-4D8A-B14F-C281EE6E66A0}" destId="{8FE5E8D9-9254-429B-B224-82153C8F3D13}" srcOrd="0" destOrd="0" presId="urn:microsoft.com/office/officeart/2005/8/layout/chevronAccent+Icon"/>
    <dgm:cxn modelId="{F5270220-4BA7-4C5B-A15F-74F59245E80E}" type="presParOf" srcId="{8FE5E8D9-9254-429B-B224-82153C8F3D13}" destId="{227AF05F-FBA8-4C2A-A18C-FC0DADFA7944}" srcOrd="0" destOrd="0" presId="urn:microsoft.com/office/officeart/2005/8/layout/chevronAccent+Icon"/>
    <dgm:cxn modelId="{7ABE5C37-55CA-4254-8FB8-32C90DE723FB}" type="presParOf" srcId="{8FE5E8D9-9254-429B-B224-82153C8F3D13}" destId="{C9BE25A1-D4BB-40A4-8E32-3FD62169834B}" srcOrd="1" destOrd="0" presId="urn:microsoft.com/office/officeart/2005/8/layout/chevronAccent+Icon"/>
    <dgm:cxn modelId="{27918572-D0CF-464A-A0D2-9C2201B98B04}" type="presParOf" srcId="{3839D46C-392A-4D8A-B14F-C281EE6E66A0}" destId="{5F36A278-2BEC-4B6E-B4FF-ED916B429E8A}" srcOrd="1" destOrd="0" presId="urn:microsoft.com/office/officeart/2005/8/layout/chevronAccent+Icon"/>
    <dgm:cxn modelId="{04278854-487B-47BF-BF6B-7D6C8E975271}" type="presParOf" srcId="{3839D46C-392A-4D8A-B14F-C281EE6E66A0}" destId="{82434AB3-83DD-4580-800C-79F6C6441485}" srcOrd="2" destOrd="0" presId="urn:microsoft.com/office/officeart/2005/8/layout/chevronAccent+Icon"/>
    <dgm:cxn modelId="{7E17A80F-B574-4DC1-A8FB-D8E6F4F7A283}" type="presParOf" srcId="{82434AB3-83DD-4580-800C-79F6C6441485}" destId="{27DBDE33-9BE4-478C-A126-CBAC104593A4}" srcOrd="0" destOrd="0" presId="urn:microsoft.com/office/officeart/2005/8/layout/chevronAccent+Icon"/>
    <dgm:cxn modelId="{C8E87177-3853-4587-B0B1-CD519CE47B62}" type="presParOf" srcId="{82434AB3-83DD-4580-800C-79F6C6441485}" destId="{75FFC07C-8118-40A2-BE7E-B6A36320058D}" srcOrd="1" destOrd="0" presId="urn:microsoft.com/office/officeart/2005/8/layout/chevronAccent+Icon"/>
    <dgm:cxn modelId="{1292CFD7-DDE1-486F-8364-D3413E31B0DA}" type="presParOf" srcId="{3839D46C-392A-4D8A-B14F-C281EE6E66A0}" destId="{769E7C49-CD5D-464D-B082-61E1D91F071A}" srcOrd="3" destOrd="0" presId="urn:microsoft.com/office/officeart/2005/8/layout/chevronAccent+Icon"/>
    <dgm:cxn modelId="{C1219232-D241-4488-BF8A-05840DB06438}" type="presParOf" srcId="{3839D46C-392A-4D8A-B14F-C281EE6E66A0}" destId="{4D381F8E-E72F-46C1-9964-389B74FEB97C}" srcOrd="4" destOrd="0" presId="urn:microsoft.com/office/officeart/2005/8/layout/chevronAccent+Icon"/>
    <dgm:cxn modelId="{BF129556-A96A-456C-9C52-586BDB47E093}" type="presParOf" srcId="{4D381F8E-E72F-46C1-9964-389B74FEB97C}" destId="{02D3D849-1191-4E29-A0AE-65D8524F0F91}" srcOrd="0" destOrd="0" presId="urn:microsoft.com/office/officeart/2005/8/layout/chevronAccent+Icon"/>
    <dgm:cxn modelId="{E411299D-8F0E-4BAE-8C79-599E986DA605}" type="presParOf" srcId="{4D381F8E-E72F-46C1-9964-389B74FEB97C}" destId="{E548211D-9998-482A-A379-59FAD61CCB46}" srcOrd="1" destOrd="0" presId="urn:microsoft.com/office/officeart/2005/8/layout/chevronAccent+Icon"/>
    <dgm:cxn modelId="{C30F38DB-A9F3-4FF5-803F-89D6CE671000}" type="presParOf" srcId="{3839D46C-392A-4D8A-B14F-C281EE6E66A0}" destId="{5744211D-E6AD-4973-B92E-8A3E3F4B2363}" srcOrd="5" destOrd="0" presId="urn:microsoft.com/office/officeart/2005/8/layout/chevronAccent+Icon"/>
    <dgm:cxn modelId="{A6941624-AA20-405D-AF2F-AA50F6F406B7}" type="presParOf" srcId="{3839D46C-392A-4D8A-B14F-C281EE6E66A0}" destId="{49A48DCC-B39E-4F06-9A7D-C19989A13232}" srcOrd="6" destOrd="0" presId="urn:microsoft.com/office/officeart/2005/8/layout/chevronAccent+Icon"/>
    <dgm:cxn modelId="{80685954-10D4-46D2-82E1-A38E7724E80D}" type="presParOf" srcId="{49A48DCC-B39E-4F06-9A7D-C19989A13232}" destId="{8CBDF955-47B9-4B6A-A88B-9F1112CFFD7E}" srcOrd="0" destOrd="0" presId="urn:microsoft.com/office/officeart/2005/8/layout/chevronAccent+Icon"/>
    <dgm:cxn modelId="{A1C752DB-6D6D-4B24-92CF-9CDC11DC1D8F}" type="presParOf" srcId="{49A48DCC-B39E-4F06-9A7D-C19989A13232}" destId="{BC94EAFD-97C2-4A23-80C4-1FAF4217BE0E}" srcOrd="1" destOrd="0" presId="urn:microsoft.com/office/officeart/2005/8/layout/chevronAccent+Icon"/>
    <dgm:cxn modelId="{759077AF-8C9F-4572-811B-6F46784F5DAC}" type="presParOf" srcId="{3839D46C-392A-4D8A-B14F-C281EE6E66A0}" destId="{942C2CAB-F5A2-4CCC-A86C-59419416D9DD}" srcOrd="7" destOrd="0" presId="urn:microsoft.com/office/officeart/2005/8/layout/chevronAccent+Icon"/>
    <dgm:cxn modelId="{B6411DFB-7EC9-44DD-8D82-5AFC8F9B4218}" type="presParOf" srcId="{3839D46C-392A-4D8A-B14F-C281EE6E66A0}" destId="{5FD8E318-B713-4B72-B6FF-C19FCC4DF34D}" srcOrd="8" destOrd="0" presId="urn:microsoft.com/office/officeart/2005/8/layout/chevronAccent+Icon"/>
    <dgm:cxn modelId="{FA64C629-34B8-49F3-85BE-4D7543BD952D}" type="presParOf" srcId="{5FD8E318-B713-4B72-B6FF-C19FCC4DF34D}" destId="{4CFB87C3-67C2-40C4-837E-57D4D5E2A514}" srcOrd="0" destOrd="0" presId="urn:microsoft.com/office/officeart/2005/8/layout/chevronAccent+Icon"/>
    <dgm:cxn modelId="{3133A70C-121D-499A-A97E-0667AA6B40BF}" type="presParOf" srcId="{5FD8E318-B713-4B72-B6FF-C19FCC4DF34D}" destId="{2B289FC7-496E-490D-9065-D93F8A294803}" srcOrd="1" destOrd="0" presId="urn:microsoft.com/office/officeart/2005/8/layout/chevronAccent+Icon"/>
    <dgm:cxn modelId="{3F740A85-BF6C-4E95-979A-8E7D78409152}" type="presParOf" srcId="{3839D46C-392A-4D8A-B14F-C281EE6E66A0}" destId="{A58E98B9-C419-4BFC-9D53-421C904B353B}" srcOrd="9" destOrd="0" presId="urn:microsoft.com/office/officeart/2005/8/layout/chevronAccent+Icon"/>
    <dgm:cxn modelId="{1C1FD6F2-2502-48B5-BF8B-59DCEDED0B45}" type="presParOf" srcId="{3839D46C-392A-4D8A-B14F-C281EE6E66A0}" destId="{50D12479-9DAF-4FE2-800C-0A7B0CBE1D40}" srcOrd="10" destOrd="0" presId="urn:microsoft.com/office/officeart/2005/8/layout/chevronAccent+Icon"/>
    <dgm:cxn modelId="{51739CDB-34AA-4DBF-B317-E7311A099EA7}" type="presParOf" srcId="{50D12479-9DAF-4FE2-800C-0A7B0CBE1D40}" destId="{C64DFD95-E79D-42A3-9C5B-B0EEA2E3C5D5}" srcOrd="0" destOrd="0" presId="urn:microsoft.com/office/officeart/2005/8/layout/chevronAccent+Icon"/>
    <dgm:cxn modelId="{21DB6B12-7AC9-4A3D-8CD4-89AD7CFE4E04}" type="presParOf" srcId="{50D12479-9DAF-4FE2-800C-0A7B0CBE1D40}" destId="{65FC20D0-C6F2-4B57-B841-EF08BFD85FF4}" srcOrd="1" destOrd="0" presId="urn:microsoft.com/office/officeart/2005/8/layout/chevronAccent+Icon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11EE66E3-8AB7-40AE-9957-E169AF6B2EF5}" type="doc">
      <dgm:prSet loTypeId="urn:microsoft.com/office/officeart/2005/8/layout/chevronAccent+Icon" loCatId="officeonline" qsTypeId="urn:microsoft.com/office/officeart/2005/8/quickstyle/simple1#11" qsCatId="simple" csTypeId="urn:microsoft.com/office/officeart/2005/8/colors/accent1_2#11" csCatId="accent1" phldr="1"/>
      <dgm:spPr/>
      <dgm:t>
        <a:bodyPr/>
        <a:lstStyle/>
        <a:p>
          <a:endParaRPr lang="en-IN"/>
        </a:p>
      </dgm:t>
    </dgm:pt>
    <dgm:pt modelId="{3A7270D2-D2F2-4A9B-B057-5646A091EFA2}">
      <dgm:prSet phldrT="[Text]" phldr="0" custT="1"/>
      <dgm:spPr/>
      <dgm:t>
        <a:bodyPr/>
        <a:lstStyle/>
        <a:p>
          <a:r>
            <a:rPr lang="en-US" sz="1200" dirty="0"/>
            <a:t>Generate Raw File from RFM 2</a:t>
          </a:r>
          <a:endParaRPr lang="en-IN" sz="1200" dirty="0"/>
        </a:p>
      </dgm:t>
    </dgm:pt>
    <dgm:pt modelId="{EF26BB4C-6570-4EC5-B927-50F9702C16B4}" type="parTrans" cxnId="{9A3A883E-63D4-4190-A629-DE62E647B003}">
      <dgm:prSet/>
      <dgm:spPr/>
      <dgm:t>
        <a:bodyPr/>
        <a:lstStyle/>
        <a:p>
          <a:endParaRPr lang="en-IN"/>
        </a:p>
      </dgm:t>
    </dgm:pt>
    <dgm:pt modelId="{16BC04BA-9320-4AA8-B347-1FD5962C63E1}" type="sibTrans" cxnId="{9A3A883E-63D4-4190-A629-DE62E647B003}">
      <dgm:prSet/>
      <dgm:spPr/>
      <dgm:t>
        <a:bodyPr/>
        <a:lstStyle/>
        <a:p>
          <a:endParaRPr lang="en-IN"/>
        </a:p>
      </dgm:t>
    </dgm:pt>
    <dgm:pt modelId="{0FF9AF77-9691-4A2C-A91A-E876EA28B666}">
      <dgm:prSet phldrT="[Text]" phldr="0" custT="1"/>
      <dgm:spPr/>
      <dgm:t>
        <a:bodyPr/>
        <a:lstStyle/>
        <a:p>
          <a:r>
            <a:rPr lang="en-US" sz="1200" dirty="0"/>
            <a:t>Give Input to PTA Tool – Raw File</a:t>
          </a:r>
          <a:endParaRPr lang="en-IN" sz="1200" dirty="0"/>
        </a:p>
      </dgm:t>
    </dgm:pt>
    <dgm:pt modelId="{60C072A2-44EE-4CF3-8320-E8BFE4314647}" type="parTrans" cxnId="{000A1654-2546-41AA-AA37-E707D210CED7}">
      <dgm:prSet/>
      <dgm:spPr/>
      <dgm:t>
        <a:bodyPr/>
        <a:lstStyle/>
        <a:p>
          <a:endParaRPr lang="en-IN"/>
        </a:p>
      </dgm:t>
    </dgm:pt>
    <dgm:pt modelId="{BCA944A4-D4B7-4835-B7CC-5B2BB88AD3FD}" type="sibTrans" cxnId="{000A1654-2546-41AA-AA37-E707D210CED7}">
      <dgm:prSet/>
      <dgm:spPr/>
      <dgm:t>
        <a:bodyPr/>
        <a:lstStyle/>
        <a:p>
          <a:endParaRPr lang="en-IN"/>
        </a:p>
      </dgm:t>
    </dgm:pt>
    <dgm:pt modelId="{7519C6C7-1ED2-4A82-A569-29C1DD6642DE}">
      <dgm:prSet phldrT="[Text]" phldr="0" custT="1"/>
      <dgm:spPr/>
      <dgm:t>
        <a:bodyPr/>
        <a:lstStyle/>
        <a:p>
          <a:r>
            <a:rPr lang="en-US" sz="1050" dirty="0"/>
            <a:t>Get output – Both Dashboard Ready, Field-wise Data Files</a:t>
          </a:r>
          <a:endParaRPr lang="en-IN" sz="1050" dirty="0"/>
        </a:p>
      </dgm:t>
    </dgm:pt>
    <dgm:pt modelId="{7FA975AC-DE7F-454A-88CC-143B07830A51}" type="parTrans" cxnId="{C92C4C48-E546-41C3-9009-C81860918335}">
      <dgm:prSet/>
      <dgm:spPr/>
      <dgm:t>
        <a:bodyPr/>
        <a:lstStyle/>
        <a:p>
          <a:endParaRPr lang="en-IN"/>
        </a:p>
      </dgm:t>
    </dgm:pt>
    <dgm:pt modelId="{6D3E3EFE-ED41-4AF0-8D6A-4D25EDC531DD}" type="sibTrans" cxnId="{C92C4C48-E546-41C3-9009-C81860918335}">
      <dgm:prSet/>
      <dgm:spPr/>
      <dgm:t>
        <a:bodyPr/>
        <a:lstStyle/>
        <a:p>
          <a:endParaRPr lang="en-IN"/>
        </a:p>
      </dgm:t>
    </dgm:pt>
    <dgm:pt modelId="{181727D8-C3BC-4AC3-B56C-EA6C9E0DD0C0}">
      <dgm:prSet phldrT="[Text]" phldr="0" custT="1"/>
      <dgm:spPr/>
      <dgm:t>
        <a:bodyPr/>
        <a:lstStyle/>
        <a:p>
          <a:r>
            <a:rPr lang="en-US" sz="1200" dirty="0"/>
            <a:t>Check Activation % on Dashboard </a:t>
          </a:r>
          <a:endParaRPr lang="en-IN" sz="1200" dirty="0"/>
        </a:p>
      </dgm:t>
    </dgm:pt>
    <dgm:pt modelId="{45CE093E-B898-4FB4-82EE-23AC32C37E1B}" type="parTrans" cxnId="{C4F54E7E-25E3-4246-BA73-95015FCCB712}">
      <dgm:prSet/>
      <dgm:spPr/>
      <dgm:t>
        <a:bodyPr/>
        <a:lstStyle/>
        <a:p>
          <a:endParaRPr lang="en-IN"/>
        </a:p>
      </dgm:t>
    </dgm:pt>
    <dgm:pt modelId="{E9A31C1A-F99D-4A5F-8BCC-0462C05971D6}" type="sibTrans" cxnId="{C4F54E7E-25E3-4246-BA73-95015FCCB712}">
      <dgm:prSet/>
      <dgm:spPr/>
      <dgm:t>
        <a:bodyPr/>
        <a:lstStyle/>
        <a:p>
          <a:endParaRPr lang="en-IN"/>
        </a:p>
      </dgm:t>
    </dgm:pt>
    <dgm:pt modelId="{DFC8AE93-C377-494D-B3FC-0BCC4E5FF4EC}">
      <dgm:prSet phldrT="[Text]" phldr="0" custT="1"/>
      <dgm:spPr/>
      <dgm:t>
        <a:bodyPr/>
        <a:lstStyle/>
        <a:p>
          <a:r>
            <a:rPr lang="en-US" sz="1200" dirty="0"/>
            <a:t>Auto Files Validation</a:t>
          </a:r>
          <a:endParaRPr lang="en-IN" sz="1200" dirty="0"/>
        </a:p>
      </dgm:t>
    </dgm:pt>
    <dgm:pt modelId="{8341A304-3D2C-4B37-A39E-6DBFDA640AA6}" type="parTrans" cxnId="{A872A5A2-BC99-4871-A81E-B2DDF8584D99}">
      <dgm:prSet/>
      <dgm:spPr/>
      <dgm:t>
        <a:bodyPr/>
        <a:lstStyle/>
        <a:p>
          <a:endParaRPr lang="en-IN"/>
        </a:p>
      </dgm:t>
    </dgm:pt>
    <dgm:pt modelId="{36404EE4-B063-40EB-8ECE-8E07E7D760F2}" type="sibTrans" cxnId="{A872A5A2-BC99-4871-A81E-B2DDF8584D99}">
      <dgm:prSet/>
      <dgm:spPr/>
      <dgm:t>
        <a:bodyPr/>
        <a:lstStyle/>
        <a:p>
          <a:endParaRPr lang="en-IN"/>
        </a:p>
      </dgm:t>
    </dgm:pt>
    <dgm:pt modelId="{36524773-545F-4C53-BE16-4A74103FCC9B}">
      <dgm:prSet phldrT="[Text]" phldr="0" custT="1"/>
      <dgm:spPr/>
      <dgm:t>
        <a:bodyPr/>
        <a:lstStyle/>
        <a:p>
          <a:r>
            <a:rPr lang="en-US" sz="1100" dirty="0"/>
            <a:t>Check inactivation details on Field wise dashboard </a:t>
          </a:r>
          <a:endParaRPr lang="en-IN" sz="1100" dirty="0"/>
        </a:p>
      </dgm:t>
    </dgm:pt>
    <dgm:pt modelId="{E916433E-80D9-4B58-88D7-AE47A84F9433}" type="parTrans" cxnId="{D92D442C-A645-4DA4-AB6F-D25FDC3BEA41}">
      <dgm:prSet/>
      <dgm:spPr/>
      <dgm:t>
        <a:bodyPr/>
        <a:lstStyle/>
        <a:p>
          <a:endParaRPr lang="en-US"/>
        </a:p>
      </dgm:t>
    </dgm:pt>
    <dgm:pt modelId="{72C6EC39-029D-457C-96A6-A48635E72400}" type="sibTrans" cxnId="{D92D442C-A645-4DA4-AB6F-D25FDC3BEA41}">
      <dgm:prSet/>
      <dgm:spPr/>
      <dgm:t>
        <a:bodyPr/>
        <a:lstStyle/>
        <a:p>
          <a:endParaRPr lang="en-US"/>
        </a:p>
      </dgm:t>
    </dgm:pt>
    <dgm:pt modelId="{3839D46C-392A-4D8A-B14F-C281EE6E66A0}" type="pres">
      <dgm:prSet presAssocID="{11EE66E3-8AB7-40AE-9957-E169AF6B2EF5}" presName="Name0" presStyleCnt="0">
        <dgm:presLayoutVars>
          <dgm:dir/>
          <dgm:resizeHandles val="exact"/>
        </dgm:presLayoutVars>
      </dgm:prSet>
      <dgm:spPr/>
    </dgm:pt>
    <dgm:pt modelId="{8FE5E8D9-9254-429B-B224-82153C8F3D13}" type="pres">
      <dgm:prSet presAssocID="{3A7270D2-D2F2-4A9B-B057-5646A091EFA2}" presName="composite" presStyleCnt="0"/>
      <dgm:spPr/>
    </dgm:pt>
    <dgm:pt modelId="{227AF05F-FBA8-4C2A-A18C-FC0DADFA7944}" type="pres">
      <dgm:prSet presAssocID="{3A7270D2-D2F2-4A9B-B057-5646A091EFA2}" presName="bgChev" presStyleLbl="node1" presStyleIdx="0" presStyleCnt="6"/>
      <dgm:spPr/>
    </dgm:pt>
    <dgm:pt modelId="{C9BE25A1-D4BB-40A4-8E32-3FD62169834B}" type="pres">
      <dgm:prSet presAssocID="{3A7270D2-D2F2-4A9B-B057-5646A091EFA2}" presName="txNode" presStyleLbl="fgAcc1" presStyleIdx="0" presStyleCnt="6">
        <dgm:presLayoutVars>
          <dgm:bulletEnabled val="1"/>
        </dgm:presLayoutVars>
      </dgm:prSet>
      <dgm:spPr/>
    </dgm:pt>
    <dgm:pt modelId="{5F36A278-2BEC-4B6E-B4FF-ED916B429E8A}" type="pres">
      <dgm:prSet presAssocID="{16BC04BA-9320-4AA8-B347-1FD5962C63E1}" presName="compositeSpace" presStyleCnt="0"/>
      <dgm:spPr/>
    </dgm:pt>
    <dgm:pt modelId="{82434AB3-83DD-4580-800C-79F6C6441485}" type="pres">
      <dgm:prSet presAssocID="{0FF9AF77-9691-4A2C-A91A-E876EA28B666}" presName="composite" presStyleCnt="0"/>
      <dgm:spPr/>
    </dgm:pt>
    <dgm:pt modelId="{27DBDE33-9BE4-478C-A126-CBAC104593A4}" type="pres">
      <dgm:prSet presAssocID="{0FF9AF77-9691-4A2C-A91A-E876EA28B666}" presName="bgChev" presStyleLbl="node1" presStyleIdx="1" presStyleCnt="6"/>
      <dgm:spPr>
        <a:solidFill>
          <a:schemeClr val="accent3">
            <a:lumMod val="60000"/>
            <a:lumOff val="40000"/>
          </a:schemeClr>
        </a:solidFill>
      </dgm:spPr>
    </dgm:pt>
    <dgm:pt modelId="{75FFC07C-8118-40A2-BE7E-B6A36320058D}" type="pres">
      <dgm:prSet presAssocID="{0FF9AF77-9691-4A2C-A91A-E876EA28B666}" presName="txNode" presStyleLbl="fgAcc1" presStyleIdx="1" presStyleCnt="6">
        <dgm:presLayoutVars>
          <dgm:bulletEnabled val="1"/>
        </dgm:presLayoutVars>
      </dgm:prSet>
      <dgm:spPr/>
    </dgm:pt>
    <dgm:pt modelId="{769E7C49-CD5D-464D-B082-61E1D91F071A}" type="pres">
      <dgm:prSet presAssocID="{BCA944A4-D4B7-4835-B7CC-5B2BB88AD3FD}" presName="compositeSpace" presStyleCnt="0"/>
      <dgm:spPr/>
    </dgm:pt>
    <dgm:pt modelId="{4D381F8E-E72F-46C1-9964-389B74FEB97C}" type="pres">
      <dgm:prSet presAssocID="{7519C6C7-1ED2-4A82-A569-29C1DD6642DE}" presName="composite" presStyleCnt="0"/>
      <dgm:spPr/>
    </dgm:pt>
    <dgm:pt modelId="{02D3D849-1191-4E29-A0AE-65D8524F0F91}" type="pres">
      <dgm:prSet presAssocID="{7519C6C7-1ED2-4A82-A569-29C1DD6642DE}" presName="bgChev" presStyleLbl="node1" presStyleIdx="2" presStyleCnt="6"/>
      <dgm:spPr>
        <a:solidFill>
          <a:schemeClr val="accent3">
            <a:lumMod val="60000"/>
            <a:lumOff val="40000"/>
          </a:schemeClr>
        </a:solidFill>
      </dgm:spPr>
    </dgm:pt>
    <dgm:pt modelId="{E548211D-9998-482A-A379-59FAD61CCB46}" type="pres">
      <dgm:prSet presAssocID="{7519C6C7-1ED2-4A82-A569-29C1DD6642DE}" presName="txNode" presStyleLbl="fgAcc1" presStyleIdx="2" presStyleCnt="6">
        <dgm:presLayoutVars>
          <dgm:bulletEnabled val="1"/>
        </dgm:presLayoutVars>
      </dgm:prSet>
      <dgm:spPr/>
    </dgm:pt>
    <dgm:pt modelId="{5744211D-E6AD-4973-B92E-8A3E3F4B2363}" type="pres">
      <dgm:prSet presAssocID="{6D3E3EFE-ED41-4AF0-8D6A-4D25EDC531DD}" presName="compositeSpace" presStyleCnt="0"/>
      <dgm:spPr/>
    </dgm:pt>
    <dgm:pt modelId="{DC47BBE7-9DBA-40A3-B958-B7A507E4B4DA}" type="pres">
      <dgm:prSet presAssocID="{DFC8AE93-C377-494D-B3FC-0BCC4E5FF4EC}" presName="composite" presStyleCnt="0"/>
      <dgm:spPr/>
    </dgm:pt>
    <dgm:pt modelId="{3B433E27-EDD6-489E-837F-B9CAD28518EB}" type="pres">
      <dgm:prSet presAssocID="{DFC8AE93-C377-494D-B3FC-0BCC4E5FF4EC}" presName="bgChev" presStyleLbl="node1" presStyleIdx="3" presStyleCnt="6"/>
      <dgm:spPr>
        <a:solidFill>
          <a:schemeClr val="accent3">
            <a:lumMod val="60000"/>
            <a:lumOff val="40000"/>
          </a:schemeClr>
        </a:solidFill>
      </dgm:spPr>
    </dgm:pt>
    <dgm:pt modelId="{343A3B9D-71A3-4F50-B420-FAEEF50D6574}" type="pres">
      <dgm:prSet presAssocID="{DFC8AE93-C377-494D-B3FC-0BCC4E5FF4EC}" presName="txNode" presStyleLbl="fgAcc1" presStyleIdx="3" presStyleCnt="6">
        <dgm:presLayoutVars>
          <dgm:bulletEnabled val="1"/>
        </dgm:presLayoutVars>
      </dgm:prSet>
      <dgm:spPr/>
    </dgm:pt>
    <dgm:pt modelId="{D15E6FEA-92C7-4C87-A16E-EABF88B0871D}" type="pres">
      <dgm:prSet presAssocID="{36404EE4-B063-40EB-8ECE-8E07E7D760F2}" presName="compositeSpace" presStyleCnt="0"/>
      <dgm:spPr/>
    </dgm:pt>
    <dgm:pt modelId="{49A48DCC-B39E-4F06-9A7D-C19989A13232}" type="pres">
      <dgm:prSet presAssocID="{181727D8-C3BC-4AC3-B56C-EA6C9E0DD0C0}" presName="composite" presStyleCnt="0"/>
      <dgm:spPr/>
    </dgm:pt>
    <dgm:pt modelId="{8CBDF955-47B9-4B6A-A88B-9F1112CFFD7E}" type="pres">
      <dgm:prSet presAssocID="{181727D8-C3BC-4AC3-B56C-EA6C9E0DD0C0}" presName="bgChev" presStyleLbl="node1" presStyleIdx="4" presStyleCnt="6"/>
      <dgm:spPr>
        <a:solidFill>
          <a:schemeClr val="accent3">
            <a:lumMod val="60000"/>
            <a:lumOff val="40000"/>
          </a:schemeClr>
        </a:solidFill>
      </dgm:spPr>
    </dgm:pt>
    <dgm:pt modelId="{BC94EAFD-97C2-4A23-80C4-1FAF4217BE0E}" type="pres">
      <dgm:prSet presAssocID="{181727D8-C3BC-4AC3-B56C-EA6C9E0DD0C0}" presName="txNode" presStyleLbl="fgAcc1" presStyleIdx="4" presStyleCnt="6">
        <dgm:presLayoutVars>
          <dgm:bulletEnabled val="1"/>
        </dgm:presLayoutVars>
      </dgm:prSet>
      <dgm:spPr/>
    </dgm:pt>
    <dgm:pt modelId="{6782BFFB-7D73-4FCD-8794-5C8CAE734883}" type="pres">
      <dgm:prSet presAssocID="{E9A31C1A-F99D-4A5F-8BCC-0462C05971D6}" presName="compositeSpace" presStyleCnt="0"/>
      <dgm:spPr/>
    </dgm:pt>
    <dgm:pt modelId="{1D4C0FD0-CD81-4AE2-B395-4B6080D8F773}" type="pres">
      <dgm:prSet presAssocID="{36524773-545F-4C53-BE16-4A74103FCC9B}" presName="composite" presStyleCnt="0"/>
      <dgm:spPr/>
    </dgm:pt>
    <dgm:pt modelId="{6C1D7A7E-7B55-470B-9A7F-A536997CE036}" type="pres">
      <dgm:prSet presAssocID="{36524773-545F-4C53-BE16-4A74103FCC9B}" presName="bgChev" presStyleLbl="node1" presStyleIdx="5" presStyleCnt="6"/>
      <dgm:spPr>
        <a:solidFill>
          <a:schemeClr val="accent3">
            <a:lumMod val="60000"/>
            <a:lumOff val="40000"/>
          </a:schemeClr>
        </a:solidFill>
      </dgm:spPr>
    </dgm:pt>
    <dgm:pt modelId="{7CA1CFCC-C7CA-41BC-9547-52D207A276E5}" type="pres">
      <dgm:prSet presAssocID="{36524773-545F-4C53-BE16-4A74103FCC9B}" presName="txNode" presStyleLbl="fgAcc1" presStyleIdx="5" presStyleCnt="6">
        <dgm:presLayoutVars>
          <dgm:bulletEnabled val="1"/>
        </dgm:presLayoutVars>
      </dgm:prSet>
      <dgm:spPr/>
    </dgm:pt>
  </dgm:ptLst>
  <dgm:cxnLst>
    <dgm:cxn modelId="{D92D442C-A645-4DA4-AB6F-D25FDC3BEA41}" srcId="{11EE66E3-8AB7-40AE-9957-E169AF6B2EF5}" destId="{36524773-545F-4C53-BE16-4A74103FCC9B}" srcOrd="5" destOrd="0" parTransId="{E916433E-80D9-4B58-88D7-AE47A84F9433}" sibTransId="{72C6EC39-029D-457C-96A6-A48635E72400}"/>
    <dgm:cxn modelId="{9A3A883E-63D4-4190-A629-DE62E647B003}" srcId="{11EE66E3-8AB7-40AE-9957-E169AF6B2EF5}" destId="{3A7270D2-D2F2-4A9B-B057-5646A091EFA2}" srcOrd="0" destOrd="0" parTransId="{EF26BB4C-6570-4EC5-B927-50F9702C16B4}" sibTransId="{16BC04BA-9320-4AA8-B347-1FD5962C63E1}"/>
    <dgm:cxn modelId="{BE6AD33F-AD69-4052-9DF9-BD7869374DDB}" type="presOf" srcId="{11EE66E3-8AB7-40AE-9957-E169AF6B2EF5}" destId="{3839D46C-392A-4D8A-B14F-C281EE6E66A0}" srcOrd="0" destOrd="0" presId="urn:microsoft.com/office/officeart/2005/8/layout/chevronAccent+Icon"/>
    <dgm:cxn modelId="{C92C4C48-E546-41C3-9009-C81860918335}" srcId="{11EE66E3-8AB7-40AE-9957-E169AF6B2EF5}" destId="{7519C6C7-1ED2-4A82-A569-29C1DD6642DE}" srcOrd="2" destOrd="0" parTransId="{7FA975AC-DE7F-454A-88CC-143B07830A51}" sibTransId="{6D3E3EFE-ED41-4AF0-8D6A-4D25EDC531DD}"/>
    <dgm:cxn modelId="{C0C2D24F-B9B2-41C5-AC9C-AD5CA31EBD75}" type="presOf" srcId="{3A7270D2-D2F2-4A9B-B057-5646A091EFA2}" destId="{C9BE25A1-D4BB-40A4-8E32-3FD62169834B}" srcOrd="0" destOrd="0" presId="urn:microsoft.com/office/officeart/2005/8/layout/chevronAccent+Icon"/>
    <dgm:cxn modelId="{000A1654-2546-41AA-AA37-E707D210CED7}" srcId="{11EE66E3-8AB7-40AE-9957-E169AF6B2EF5}" destId="{0FF9AF77-9691-4A2C-A91A-E876EA28B666}" srcOrd="1" destOrd="0" parTransId="{60C072A2-44EE-4CF3-8320-E8BFE4314647}" sibTransId="{BCA944A4-D4B7-4835-B7CC-5B2BB88AD3FD}"/>
    <dgm:cxn modelId="{C4F54E7E-25E3-4246-BA73-95015FCCB712}" srcId="{11EE66E3-8AB7-40AE-9957-E169AF6B2EF5}" destId="{181727D8-C3BC-4AC3-B56C-EA6C9E0DD0C0}" srcOrd="4" destOrd="0" parTransId="{45CE093E-B898-4FB4-82EE-23AC32C37E1B}" sibTransId="{E9A31C1A-F99D-4A5F-8BCC-0462C05971D6}"/>
    <dgm:cxn modelId="{A872A5A2-BC99-4871-A81E-B2DDF8584D99}" srcId="{11EE66E3-8AB7-40AE-9957-E169AF6B2EF5}" destId="{DFC8AE93-C377-494D-B3FC-0BCC4E5FF4EC}" srcOrd="3" destOrd="0" parTransId="{8341A304-3D2C-4B37-A39E-6DBFDA640AA6}" sibTransId="{36404EE4-B063-40EB-8ECE-8E07E7D760F2}"/>
    <dgm:cxn modelId="{A238B2B6-95D3-4537-AD8C-0C1B0B82D05A}" type="presOf" srcId="{DFC8AE93-C377-494D-B3FC-0BCC4E5FF4EC}" destId="{343A3B9D-71A3-4F50-B420-FAEEF50D6574}" srcOrd="0" destOrd="0" presId="urn:microsoft.com/office/officeart/2005/8/layout/chevronAccent+Icon"/>
    <dgm:cxn modelId="{1963B3BC-FBDE-4D27-A089-B92387495B30}" type="presOf" srcId="{36524773-545F-4C53-BE16-4A74103FCC9B}" destId="{7CA1CFCC-C7CA-41BC-9547-52D207A276E5}" srcOrd="0" destOrd="0" presId="urn:microsoft.com/office/officeart/2005/8/layout/chevronAccent+Icon"/>
    <dgm:cxn modelId="{C3FB30F7-F752-4299-A719-BD11C06156FA}" type="presOf" srcId="{7519C6C7-1ED2-4A82-A569-29C1DD6642DE}" destId="{E548211D-9998-482A-A379-59FAD61CCB46}" srcOrd="0" destOrd="0" presId="urn:microsoft.com/office/officeart/2005/8/layout/chevronAccent+Icon"/>
    <dgm:cxn modelId="{65C5EBFD-9A76-4850-AA36-36708ED80623}" type="presOf" srcId="{181727D8-C3BC-4AC3-B56C-EA6C9E0DD0C0}" destId="{BC94EAFD-97C2-4A23-80C4-1FAF4217BE0E}" srcOrd="0" destOrd="0" presId="urn:microsoft.com/office/officeart/2005/8/layout/chevronAccent+Icon"/>
    <dgm:cxn modelId="{721B9AFF-ABDE-4FB0-88F5-4E33970BA33B}" type="presOf" srcId="{0FF9AF77-9691-4A2C-A91A-E876EA28B666}" destId="{75FFC07C-8118-40A2-BE7E-B6A36320058D}" srcOrd="0" destOrd="0" presId="urn:microsoft.com/office/officeart/2005/8/layout/chevronAccent+Icon"/>
    <dgm:cxn modelId="{F5C23A77-88F1-44E5-912E-EF969FB5E07E}" type="presParOf" srcId="{3839D46C-392A-4D8A-B14F-C281EE6E66A0}" destId="{8FE5E8D9-9254-429B-B224-82153C8F3D13}" srcOrd="0" destOrd="0" presId="urn:microsoft.com/office/officeart/2005/8/layout/chevronAccent+Icon"/>
    <dgm:cxn modelId="{F5270220-4BA7-4C5B-A15F-74F59245E80E}" type="presParOf" srcId="{8FE5E8D9-9254-429B-B224-82153C8F3D13}" destId="{227AF05F-FBA8-4C2A-A18C-FC0DADFA7944}" srcOrd="0" destOrd="0" presId="urn:microsoft.com/office/officeart/2005/8/layout/chevronAccent+Icon"/>
    <dgm:cxn modelId="{7ABE5C37-55CA-4254-8FB8-32C90DE723FB}" type="presParOf" srcId="{8FE5E8D9-9254-429B-B224-82153C8F3D13}" destId="{C9BE25A1-D4BB-40A4-8E32-3FD62169834B}" srcOrd="1" destOrd="0" presId="urn:microsoft.com/office/officeart/2005/8/layout/chevronAccent+Icon"/>
    <dgm:cxn modelId="{27918572-D0CF-464A-A0D2-9C2201B98B04}" type="presParOf" srcId="{3839D46C-392A-4D8A-B14F-C281EE6E66A0}" destId="{5F36A278-2BEC-4B6E-B4FF-ED916B429E8A}" srcOrd="1" destOrd="0" presId="urn:microsoft.com/office/officeart/2005/8/layout/chevronAccent+Icon"/>
    <dgm:cxn modelId="{04278854-487B-47BF-BF6B-7D6C8E975271}" type="presParOf" srcId="{3839D46C-392A-4D8A-B14F-C281EE6E66A0}" destId="{82434AB3-83DD-4580-800C-79F6C6441485}" srcOrd="2" destOrd="0" presId="urn:microsoft.com/office/officeart/2005/8/layout/chevronAccent+Icon"/>
    <dgm:cxn modelId="{7E17A80F-B574-4DC1-A8FB-D8E6F4F7A283}" type="presParOf" srcId="{82434AB3-83DD-4580-800C-79F6C6441485}" destId="{27DBDE33-9BE4-478C-A126-CBAC104593A4}" srcOrd="0" destOrd="0" presId="urn:microsoft.com/office/officeart/2005/8/layout/chevronAccent+Icon"/>
    <dgm:cxn modelId="{C8E87177-3853-4587-B0B1-CD519CE47B62}" type="presParOf" srcId="{82434AB3-83DD-4580-800C-79F6C6441485}" destId="{75FFC07C-8118-40A2-BE7E-B6A36320058D}" srcOrd="1" destOrd="0" presId="urn:microsoft.com/office/officeart/2005/8/layout/chevronAccent+Icon"/>
    <dgm:cxn modelId="{1292CFD7-DDE1-486F-8364-D3413E31B0DA}" type="presParOf" srcId="{3839D46C-392A-4D8A-B14F-C281EE6E66A0}" destId="{769E7C49-CD5D-464D-B082-61E1D91F071A}" srcOrd="3" destOrd="0" presId="urn:microsoft.com/office/officeart/2005/8/layout/chevronAccent+Icon"/>
    <dgm:cxn modelId="{C1219232-D241-4488-BF8A-05840DB06438}" type="presParOf" srcId="{3839D46C-392A-4D8A-B14F-C281EE6E66A0}" destId="{4D381F8E-E72F-46C1-9964-389B74FEB97C}" srcOrd="4" destOrd="0" presId="urn:microsoft.com/office/officeart/2005/8/layout/chevronAccent+Icon"/>
    <dgm:cxn modelId="{BF129556-A96A-456C-9C52-586BDB47E093}" type="presParOf" srcId="{4D381F8E-E72F-46C1-9964-389B74FEB97C}" destId="{02D3D849-1191-4E29-A0AE-65D8524F0F91}" srcOrd="0" destOrd="0" presId="urn:microsoft.com/office/officeart/2005/8/layout/chevronAccent+Icon"/>
    <dgm:cxn modelId="{E411299D-8F0E-4BAE-8C79-599E986DA605}" type="presParOf" srcId="{4D381F8E-E72F-46C1-9964-389B74FEB97C}" destId="{E548211D-9998-482A-A379-59FAD61CCB46}" srcOrd="1" destOrd="0" presId="urn:microsoft.com/office/officeart/2005/8/layout/chevronAccent+Icon"/>
    <dgm:cxn modelId="{C30F38DB-A9F3-4FF5-803F-89D6CE671000}" type="presParOf" srcId="{3839D46C-392A-4D8A-B14F-C281EE6E66A0}" destId="{5744211D-E6AD-4973-B92E-8A3E3F4B2363}" srcOrd="5" destOrd="0" presId="urn:microsoft.com/office/officeart/2005/8/layout/chevronAccent+Icon"/>
    <dgm:cxn modelId="{2CE6CF21-EE8C-41F8-8FA5-8081F480475B}" type="presParOf" srcId="{3839D46C-392A-4D8A-B14F-C281EE6E66A0}" destId="{DC47BBE7-9DBA-40A3-B958-B7A507E4B4DA}" srcOrd="6" destOrd="0" presId="urn:microsoft.com/office/officeart/2005/8/layout/chevronAccent+Icon"/>
    <dgm:cxn modelId="{75DEF821-49E6-4598-B08A-EF4943822D27}" type="presParOf" srcId="{DC47BBE7-9DBA-40A3-B958-B7A507E4B4DA}" destId="{3B433E27-EDD6-489E-837F-B9CAD28518EB}" srcOrd="0" destOrd="0" presId="urn:microsoft.com/office/officeart/2005/8/layout/chevronAccent+Icon"/>
    <dgm:cxn modelId="{71DDD644-05B5-421C-994B-E8DB1291BBB9}" type="presParOf" srcId="{DC47BBE7-9DBA-40A3-B958-B7A507E4B4DA}" destId="{343A3B9D-71A3-4F50-B420-FAEEF50D6574}" srcOrd="1" destOrd="0" presId="urn:microsoft.com/office/officeart/2005/8/layout/chevronAccent+Icon"/>
    <dgm:cxn modelId="{5499E955-F36B-4226-9A6A-4E22D2DF6AB2}" type="presParOf" srcId="{3839D46C-392A-4D8A-B14F-C281EE6E66A0}" destId="{D15E6FEA-92C7-4C87-A16E-EABF88B0871D}" srcOrd="7" destOrd="0" presId="urn:microsoft.com/office/officeart/2005/8/layout/chevronAccent+Icon"/>
    <dgm:cxn modelId="{A6941624-AA20-405D-AF2F-AA50F6F406B7}" type="presParOf" srcId="{3839D46C-392A-4D8A-B14F-C281EE6E66A0}" destId="{49A48DCC-B39E-4F06-9A7D-C19989A13232}" srcOrd="8" destOrd="0" presId="urn:microsoft.com/office/officeart/2005/8/layout/chevronAccent+Icon"/>
    <dgm:cxn modelId="{80685954-10D4-46D2-82E1-A38E7724E80D}" type="presParOf" srcId="{49A48DCC-B39E-4F06-9A7D-C19989A13232}" destId="{8CBDF955-47B9-4B6A-A88B-9F1112CFFD7E}" srcOrd="0" destOrd="0" presId="urn:microsoft.com/office/officeart/2005/8/layout/chevronAccent+Icon"/>
    <dgm:cxn modelId="{A1C752DB-6D6D-4B24-92CF-9CDC11DC1D8F}" type="presParOf" srcId="{49A48DCC-B39E-4F06-9A7D-C19989A13232}" destId="{BC94EAFD-97C2-4A23-80C4-1FAF4217BE0E}" srcOrd="1" destOrd="0" presId="urn:microsoft.com/office/officeart/2005/8/layout/chevronAccent+Icon"/>
    <dgm:cxn modelId="{602E9E80-2801-4BA7-865B-650CE1583DE1}" type="presParOf" srcId="{3839D46C-392A-4D8A-B14F-C281EE6E66A0}" destId="{6782BFFB-7D73-4FCD-8794-5C8CAE734883}" srcOrd="9" destOrd="0" presId="urn:microsoft.com/office/officeart/2005/8/layout/chevronAccent+Icon"/>
    <dgm:cxn modelId="{4711936B-7ABC-4A89-8621-9EB7840EE2CD}" type="presParOf" srcId="{3839D46C-392A-4D8A-B14F-C281EE6E66A0}" destId="{1D4C0FD0-CD81-4AE2-B395-4B6080D8F773}" srcOrd="10" destOrd="0" presId="urn:microsoft.com/office/officeart/2005/8/layout/chevronAccent+Icon"/>
    <dgm:cxn modelId="{8CC1A16D-7349-461A-A98D-F32D81119712}" type="presParOf" srcId="{1D4C0FD0-CD81-4AE2-B395-4B6080D8F773}" destId="{6C1D7A7E-7B55-470B-9A7F-A536997CE036}" srcOrd="0" destOrd="0" presId="urn:microsoft.com/office/officeart/2005/8/layout/chevronAccent+Icon"/>
    <dgm:cxn modelId="{881E64C7-91CC-4EEC-892D-2076D1B667CD}" type="presParOf" srcId="{1D4C0FD0-CD81-4AE2-B395-4B6080D8F773}" destId="{7CA1CFCC-C7CA-41BC-9547-52D207A276E5}" srcOrd="1" destOrd="0" presId="urn:microsoft.com/office/officeart/2005/8/layout/chevronAccent+Icon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B09B0C44-56D4-492C-9A7B-204ACC0D578C}" type="doc">
      <dgm:prSet loTypeId="urn:microsoft.com/office/officeart/2008/layout/PictureGrid" loCatId="picture" qsTypeId="urn:microsoft.com/office/officeart/2005/8/quickstyle/simple1#12" qsCatId="simple" csTypeId="urn:microsoft.com/office/officeart/2005/8/colors/accent1_2#12" csCatId="accent1" phldr="1"/>
      <dgm:spPr/>
      <dgm:t>
        <a:bodyPr/>
        <a:lstStyle/>
        <a:p>
          <a:endParaRPr lang="en-IN"/>
        </a:p>
      </dgm:t>
    </dgm:pt>
    <dgm:pt modelId="{9B5C1284-5CA3-41DE-8782-236CC2AC3559}" type="pres">
      <dgm:prSet presAssocID="{B09B0C44-56D4-492C-9A7B-204ACC0D578C}" presName="Name0" presStyleCnt="0">
        <dgm:presLayoutVars>
          <dgm:dir/>
        </dgm:presLayoutVars>
      </dgm:prSet>
      <dgm:spPr/>
    </dgm:pt>
  </dgm:ptLst>
  <dgm:cxnLst>
    <dgm:cxn modelId="{0DA75B40-A85C-4933-A862-65ED6982D8DA}" type="presOf" srcId="{B09B0C44-56D4-492C-9A7B-204ACC0D578C}" destId="{9B5C1284-5CA3-41DE-8782-236CC2AC3559}" srcOrd="0" destOrd="0" presId="urn:microsoft.com/office/officeart/2008/layout/PictureGri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5E5F5AC5-3BE5-409F-AFD7-855C902D1F9B}" type="doc">
      <dgm:prSet loTypeId="urn:microsoft.com/office/officeart/2005/8/layout/radial4" loCatId="relationship" qsTypeId="urn:microsoft.com/office/officeart/2005/8/quickstyle/simple1#13" qsCatId="simple" csTypeId="urn:microsoft.com/office/officeart/2005/8/colors/accent1_2#13" csCatId="accent1" phldr="1"/>
      <dgm:spPr/>
      <dgm:t>
        <a:bodyPr/>
        <a:lstStyle/>
        <a:p>
          <a:endParaRPr lang="en-US"/>
        </a:p>
      </dgm:t>
    </dgm:pt>
    <dgm:pt modelId="{2534D846-EF0C-49BE-BA2D-FF93E0777BB4}">
      <dgm:prSet phldrT="[Text]" custT="1"/>
      <dgm:spPr>
        <a:solidFill>
          <a:schemeClr val="accent3">
            <a:lumMod val="40000"/>
            <a:lumOff val="60000"/>
          </a:schemeClr>
        </a:solidFill>
        <a:ln>
          <a:solidFill>
            <a:srgbClr val="FFC000"/>
          </a:solidFill>
        </a:ln>
      </dgm:spPr>
      <dgm:t>
        <a:bodyPr/>
        <a:lstStyle/>
        <a:p>
          <a:pPr algn="ctr"/>
          <a:r>
            <a:rPr lang="en-US" sz="2000" b="1" dirty="0">
              <a:solidFill>
                <a:schemeClr val="tx1"/>
              </a:solidFill>
            </a:rPr>
            <a:t>Overall Effort Reduction  </a:t>
          </a:r>
        </a:p>
        <a:p>
          <a:pPr algn="ctr"/>
          <a:r>
            <a:rPr lang="en-US" sz="2000" b="1" dirty="0">
              <a:solidFill>
                <a:schemeClr val="tx1"/>
              </a:solidFill>
            </a:rPr>
            <a:t> </a:t>
          </a:r>
          <a:r>
            <a:rPr lang="en-US" sz="2000" b="1" dirty="0">
              <a:solidFill>
                <a:srgbClr val="FF0000"/>
              </a:solidFill>
            </a:rPr>
            <a:t>512.22 </a:t>
          </a:r>
          <a:r>
            <a:rPr lang="en-US" sz="2000" b="1" dirty="0" err="1">
              <a:solidFill>
                <a:srgbClr val="FF0000"/>
              </a:solidFill>
            </a:rPr>
            <a:t>hrs</a:t>
          </a:r>
          <a:endParaRPr lang="en-US" sz="2000" b="1" dirty="0">
            <a:solidFill>
              <a:srgbClr val="FF0000"/>
            </a:solidFill>
          </a:endParaRPr>
        </a:p>
        <a:p>
          <a:pPr algn="ctr"/>
          <a:r>
            <a:rPr lang="en-US" sz="2000" b="1" dirty="0">
              <a:solidFill>
                <a:srgbClr val="FF0000"/>
              </a:solidFill>
            </a:rPr>
            <a:t>97.33 %</a:t>
          </a:r>
        </a:p>
      </dgm:t>
    </dgm:pt>
    <dgm:pt modelId="{640B6A30-2EFF-4250-8C2B-766E3B892750}" type="parTrans" cxnId="{41754166-E928-415C-BFFC-819A4F2E0655}">
      <dgm:prSet/>
      <dgm:spPr/>
      <dgm:t>
        <a:bodyPr/>
        <a:lstStyle/>
        <a:p>
          <a:pPr algn="l"/>
          <a:endParaRPr lang="en-US"/>
        </a:p>
      </dgm:t>
    </dgm:pt>
    <dgm:pt modelId="{6C36856D-4D46-47B7-BB9E-D6FEA5DB0AC0}" type="sibTrans" cxnId="{41754166-E928-415C-BFFC-819A4F2E0655}">
      <dgm:prSet/>
      <dgm:spPr/>
      <dgm:t>
        <a:bodyPr/>
        <a:lstStyle/>
        <a:p>
          <a:pPr algn="l"/>
          <a:endParaRPr lang="en-US"/>
        </a:p>
      </dgm:t>
    </dgm:pt>
    <dgm:pt modelId="{29625A8E-AC99-4965-9214-ECE6C177B95D}">
      <dgm:prSet phldrT="[Text]" phldr="0" custT="1"/>
      <dgm:spPr>
        <a:solidFill>
          <a:srgbClr val="FFDD71"/>
        </a:solidFill>
        <a:ln>
          <a:solidFill>
            <a:schemeClr val="tx2">
              <a:lumMod val="75000"/>
              <a:lumOff val="25000"/>
            </a:schemeClr>
          </a:solidFill>
        </a:ln>
      </dgm:spPr>
      <dgm:t>
        <a:bodyPr/>
        <a:lstStyle/>
        <a:p>
          <a:pPr algn="l"/>
          <a:endParaRPr lang="en-US" sz="1200" b="1" dirty="0">
            <a:solidFill>
              <a:schemeClr val="tx1"/>
            </a:solidFill>
          </a:endParaRPr>
        </a:p>
        <a:p>
          <a:pPr algn="l"/>
          <a:endParaRPr lang="en-US" sz="1200" b="1" dirty="0">
            <a:solidFill>
              <a:schemeClr val="tx1"/>
            </a:solidFill>
          </a:endParaRPr>
        </a:p>
        <a:p>
          <a:pPr algn="l"/>
          <a:r>
            <a:rPr lang="en-US" sz="1400" b="1" dirty="0">
              <a:solidFill>
                <a:schemeClr val="tx1"/>
              </a:solidFill>
            </a:rPr>
            <a:t>Manual Efforts</a:t>
          </a:r>
        </a:p>
        <a:p>
          <a:pPr algn="l"/>
          <a:r>
            <a:rPr lang="en-US" sz="1400" dirty="0">
              <a:solidFill>
                <a:schemeClr val="tx1"/>
              </a:solidFill>
            </a:rPr>
            <a:t>1). Dashboard Ready Files - </a:t>
          </a:r>
          <a:r>
            <a:rPr lang="en-US" sz="1400" dirty="0">
              <a:solidFill>
                <a:srgbClr val="FF0000"/>
              </a:solidFill>
            </a:rPr>
            <a:t>30 min /MI</a:t>
          </a:r>
        </a:p>
        <a:p>
          <a:pPr algn="l"/>
          <a:r>
            <a:rPr lang="en-US" sz="1400" dirty="0">
              <a:solidFill>
                <a:schemeClr val="tx1"/>
              </a:solidFill>
            </a:rPr>
            <a:t>2). Field-wise Inactivation Details File - </a:t>
          </a:r>
          <a:r>
            <a:rPr lang="en-US" sz="1400" dirty="0">
              <a:solidFill>
                <a:srgbClr val="FF0000"/>
              </a:solidFill>
            </a:rPr>
            <a:t>30 min/MI</a:t>
          </a:r>
        </a:p>
        <a:p>
          <a:pPr algn="l"/>
          <a:r>
            <a:rPr lang="en-US" sz="1400" dirty="0">
              <a:solidFill>
                <a:schemeClr val="tx1"/>
              </a:solidFill>
            </a:rPr>
            <a:t>3). Validation - </a:t>
          </a:r>
          <a:r>
            <a:rPr lang="en-US" sz="1400" dirty="0">
              <a:solidFill>
                <a:srgbClr val="FF0000"/>
              </a:solidFill>
            </a:rPr>
            <a:t>15 min /MI</a:t>
          </a:r>
        </a:p>
        <a:p>
          <a:pPr algn="l"/>
          <a:r>
            <a:rPr lang="en-US" sz="1400" dirty="0">
              <a:solidFill>
                <a:schemeClr val="tx1"/>
              </a:solidFill>
            </a:rPr>
            <a:t>4). Average - </a:t>
          </a:r>
          <a:r>
            <a:rPr lang="en-US" sz="1400" dirty="0">
              <a:solidFill>
                <a:srgbClr val="FF0000"/>
              </a:solidFill>
            </a:rPr>
            <a:t>75 min/MI </a:t>
          </a:r>
          <a:endParaRPr lang="en-US" sz="1400" b="1" dirty="0">
            <a:solidFill>
              <a:schemeClr val="tx1"/>
            </a:solidFill>
          </a:endParaRPr>
        </a:p>
        <a:p>
          <a:pPr algn="l"/>
          <a:endParaRPr lang="en-US" sz="2900" dirty="0"/>
        </a:p>
      </dgm:t>
    </dgm:pt>
    <dgm:pt modelId="{B2C1A147-FAEF-4450-9928-649F9F359D12}" type="parTrans" cxnId="{A7949EEE-0D2A-422E-B6D8-CC2996C58AE5}">
      <dgm:prSet/>
      <dgm:spPr>
        <a:solidFill>
          <a:schemeClr val="accent2">
            <a:lumMod val="40000"/>
            <a:lumOff val="60000"/>
          </a:schemeClr>
        </a:solidFill>
        <a:ln>
          <a:solidFill>
            <a:schemeClr val="accent2">
              <a:lumMod val="75000"/>
            </a:schemeClr>
          </a:solidFill>
        </a:ln>
      </dgm:spPr>
      <dgm:t>
        <a:bodyPr/>
        <a:lstStyle/>
        <a:p>
          <a:pPr algn="l"/>
          <a:endParaRPr lang="en-US"/>
        </a:p>
      </dgm:t>
    </dgm:pt>
    <dgm:pt modelId="{FD2A6E8E-ABC2-4B34-9810-F445EE6ACE26}" type="sibTrans" cxnId="{A7949EEE-0D2A-422E-B6D8-CC2996C58AE5}">
      <dgm:prSet/>
      <dgm:spPr/>
      <dgm:t>
        <a:bodyPr/>
        <a:lstStyle/>
        <a:p>
          <a:pPr algn="l"/>
          <a:endParaRPr lang="en-US"/>
        </a:p>
      </dgm:t>
    </dgm:pt>
    <dgm:pt modelId="{A30F5EC5-EE8D-4C82-A9CD-3A2165C5A5CA}">
      <dgm:prSet phldrT="[Text]" phldr="0" custT="1"/>
      <dgm:spPr>
        <a:solidFill>
          <a:srgbClr val="FFDD71"/>
        </a:solidFill>
        <a:ln>
          <a:solidFill>
            <a:schemeClr val="tx2">
              <a:lumMod val="75000"/>
              <a:lumOff val="25000"/>
            </a:schemeClr>
          </a:solidFill>
        </a:ln>
      </dgm:spPr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sz="1400" b="1" dirty="0">
              <a:solidFill>
                <a:schemeClr val="tx1"/>
              </a:solidFill>
            </a:rPr>
            <a:t>Efforts after Automation</a:t>
          </a:r>
        </a:p>
        <a:p>
          <a:pPr algn="l">
            <a:buFont typeface="Wingdings" panose="05000000000000000000" pitchFamily="2" charset="2"/>
            <a:buChar char="§"/>
          </a:pPr>
          <a:r>
            <a:rPr lang="en-US" sz="1400" dirty="0">
              <a:solidFill>
                <a:schemeClr val="tx1"/>
              </a:solidFill>
            </a:rPr>
            <a:t>1). Dashboard Ready Files - </a:t>
          </a:r>
          <a:r>
            <a:rPr lang="en-US" sz="1400" dirty="0">
              <a:solidFill>
                <a:srgbClr val="FF0000"/>
              </a:solidFill>
            </a:rPr>
            <a:t>45-50 sec /MI</a:t>
          </a:r>
        </a:p>
        <a:p>
          <a:pPr algn="l">
            <a:buFont typeface="Arial" panose="020B0604020202020204" pitchFamily="34" charset="0"/>
            <a:buChar char="•"/>
          </a:pPr>
          <a:r>
            <a:rPr lang="en-US" sz="1400" dirty="0">
              <a:solidFill>
                <a:schemeClr val="tx1"/>
              </a:solidFill>
            </a:rPr>
            <a:t>2). Field-wise Inactivation Details File - </a:t>
          </a:r>
          <a:r>
            <a:rPr lang="en-US" sz="1400" dirty="0">
              <a:solidFill>
                <a:srgbClr val="FF0000"/>
              </a:solidFill>
            </a:rPr>
            <a:t>45-50 sec/MI</a:t>
          </a:r>
        </a:p>
        <a:p>
          <a:pPr algn="l">
            <a:buFont typeface="Arial" panose="020B0604020202020204" pitchFamily="34" charset="0"/>
            <a:buChar char="•"/>
          </a:pPr>
          <a:r>
            <a:rPr lang="en-US" sz="1400" dirty="0">
              <a:solidFill>
                <a:schemeClr val="tx1"/>
              </a:solidFill>
            </a:rPr>
            <a:t>3). Auto validation</a:t>
          </a:r>
        </a:p>
        <a:p>
          <a:pPr algn="l">
            <a:buFont typeface="Arial" panose="020B0604020202020204" pitchFamily="34" charset="0"/>
            <a:buChar char="•"/>
          </a:pPr>
          <a:r>
            <a:rPr lang="en-US" sz="1400" dirty="0">
              <a:solidFill>
                <a:schemeClr val="tx1"/>
              </a:solidFill>
            </a:rPr>
            <a:t>4). Average - </a:t>
          </a:r>
          <a:r>
            <a:rPr lang="en-US" sz="1400" dirty="0">
              <a:solidFill>
                <a:srgbClr val="FF0000"/>
              </a:solidFill>
            </a:rPr>
            <a:t> 2 min/MI </a:t>
          </a:r>
        </a:p>
      </dgm:t>
    </dgm:pt>
    <dgm:pt modelId="{869324FF-BE3A-4DA4-86F9-BE3990C65933}" type="parTrans" cxnId="{C41ED5C9-6B48-4C05-937E-332084A23C48}">
      <dgm:prSet/>
      <dgm:spPr>
        <a:solidFill>
          <a:schemeClr val="accent2">
            <a:lumMod val="40000"/>
            <a:lumOff val="60000"/>
          </a:schemeClr>
        </a:solidFill>
        <a:ln>
          <a:solidFill>
            <a:schemeClr val="accent2">
              <a:lumMod val="75000"/>
            </a:schemeClr>
          </a:solidFill>
        </a:ln>
      </dgm:spPr>
      <dgm:t>
        <a:bodyPr/>
        <a:lstStyle/>
        <a:p>
          <a:pPr algn="l"/>
          <a:endParaRPr lang="en-US"/>
        </a:p>
      </dgm:t>
    </dgm:pt>
    <dgm:pt modelId="{E979C06E-F039-4B91-A32E-D013B630E677}" type="sibTrans" cxnId="{C41ED5C9-6B48-4C05-937E-332084A23C48}">
      <dgm:prSet/>
      <dgm:spPr/>
      <dgm:t>
        <a:bodyPr/>
        <a:lstStyle/>
        <a:p>
          <a:pPr algn="l"/>
          <a:endParaRPr lang="en-US"/>
        </a:p>
      </dgm:t>
    </dgm:pt>
    <dgm:pt modelId="{FBDCA307-5956-4EEB-988B-8A2F3A5BD52C}">
      <dgm:prSet phldrT="[Text]" phldr="0" custT="1"/>
      <dgm:spPr>
        <a:solidFill>
          <a:srgbClr val="FFDD71"/>
        </a:solidFill>
        <a:ln>
          <a:solidFill>
            <a:schemeClr val="tx2">
              <a:lumMod val="75000"/>
              <a:lumOff val="25000"/>
            </a:schemeClr>
          </a:solidFill>
        </a:ln>
      </dgm:spPr>
      <dgm:t>
        <a:bodyPr/>
        <a:lstStyle/>
        <a:p>
          <a:pPr algn="l"/>
          <a:r>
            <a:rPr lang="en-US" sz="1400" b="1" dirty="0">
              <a:solidFill>
                <a:schemeClr val="tx1"/>
              </a:solidFill>
            </a:rPr>
            <a:t>Efforts Comparison Through Historic Data</a:t>
          </a:r>
        </a:p>
        <a:p>
          <a:pPr algn="l"/>
          <a:r>
            <a:rPr lang="en-US" sz="1400" dirty="0">
              <a:solidFill>
                <a:schemeClr val="tx1"/>
              </a:solidFill>
            </a:rPr>
            <a:t>1). No of MIs PTA’ed – </a:t>
          </a:r>
          <a:r>
            <a:rPr lang="en-US" sz="1400" dirty="0">
              <a:solidFill>
                <a:srgbClr val="FF0000"/>
              </a:solidFill>
            </a:rPr>
            <a:t>421</a:t>
          </a:r>
          <a:r>
            <a:rPr lang="en-US" sz="1400" dirty="0">
              <a:solidFill>
                <a:schemeClr val="tx1"/>
              </a:solidFill>
            </a:rPr>
            <a:t> </a:t>
          </a:r>
        </a:p>
        <a:p>
          <a:pPr algn="l"/>
          <a:r>
            <a:rPr lang="en-US" sz="1400" dirty="0">
              <a:solidFill>
                <a:schemeClr val="tx1"/>
              </a:solidFill>
            </a:rPr>
            <a:t>2). Manual Efforts given  -  </a:t>
          </a:r>
          <a:r>
            <a:rPr lang="en-US" sz="1400" dirty="0">
              <a:solidFill>
                <a:srgbClr val="FF0000"/>
              </a:solidFill>
            </a:rPr>
            <a:t>526.25 hrs</a:t>
          </a:r>
        </a:p>
        <a:p>
          <a:pPr algn="l"/>
          <a:r>
            <a:rPr lang="en-US" sz="1400" dirty="0">
              <a:solidFill>
                <a:schemeClr val="tx1"/>
              </a:solidFill>
            </a:rPr>
            <a:t>3). Efforts after Automation - </a:t>
          </a:r>
          <a:r>
            <a:rPr lang="en-US" sz="1400" dirty="0">
              <a:solidFill>
                <a:srgbClr val="FF0000"/>
              </a:solidFill>
            </a:rPr>
            <a:t>14.03 hrs</a:t>
          </a:r>
        </a:p>
      </dgm:t>
    </dgm:pt>
    <dgm:pt modelId="{8310B752-3FB2-4942-B83E-BB520C4468A4}" type="parTrans" cxnId="{7ED26AB4-17ED-439E-9347-990762AD679E}">
      <dgm:prSet/>
      <dgm:spPr>
        <a:solidFill>
          <a:schemeClr val="accent2">
            <a:lumMod val="40000"/>
            <a:lumOff val="60000"/>
          </a:schemeClr>
        </a:solidFill>
        <a:ln>
          <a:solidFill>
            <a:schemeClr val="accent2">
              <a:lumMod val="75000"/>
            </a:schemeClr>
          </a:solidFill>
        </a:ln>
      </dgm:spPr>
      <dgm:t>
        <a:bodyPr/>
        <a:lstStyle/>
        <a:p>
          <a:pPr algn="l"/>
          <a:endParaRPr lang="en-US"/>
        </a:p>
      </dgm:t>
    </dgm:pt>
    <dgm:pt modelId="{51EB142C-2DCA-4157-AE30-82077A329605}" type="sibTrans" cxnId="{7ED26AB4-17ED-439E-9347-990762AD679E}">
      <dgm:prSet/>
      <dgm:spPr/>
      <dgm:t>
        <a:bodyPr/>
        <a:lstStyle/>
        <a:p>
          <a:pPr algn="l"/>
          <a:endParaRPr lang="en-US"/>
        </a:p>
      </dgm:t>
    </dgm:pt>
    <dgm:pt modelId="{EF098E09-B59A-4372-BC94-6D21525C4B91}" type="pres">
      <dgm:prSet presAssocID="{5E5F5AC5-3BE5-409F-AFD7-855C902D1F9B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EF66BA34-1FC6-48B5-A414-4244E0D28BC1}" type="pres">
      <dgm:prSet presAssocID="{2534D846-EF0C-49BE-BA2D-FF93E0777BB4}" presName="centerShape" presStyleLbl="node0" presStyleIdx="0" presStyleCnt="1" custLinFactNeighborX="1481" custLinFactNeighborY="7"/>
      <dgm:spPr/>
    </dgm:pt>
    <dgm:pt modelId="{85F431B3-33B1-4028-85DE-44822751290C}" type="pres">
      <dgm:prSet presAssocID="{B2C1A147-FAEF-4450-9928-649F9F359D12}" presName="parTrans" presStyleLbl="bgSibTrans2D1" presStyleIdx="0" presStyleCnt="3" custAng="21456145" custLinFactNeighborX="-2365" custLinFactNeighborY="4697"/>
      <dgm:spPr/>
    </dgm:pt>
    <dgm:pt modelId="{709D0077-6B15-4BFE-9EA3-EB8E6147995B}" type="pres">
      <dgm:prSet presAssocID="{29625A8E-AC99-4965-9214-ECE6C177B95D}" presName="node" presStyleLbl="node1" presStyleIdx="0" presStyleCnt="3" custScaleX="150728" custRadScaleRad="117448" custRadScaleInc="-54248">
        <dgm:presLayoutVars>
          <dgm:bulletEnabled val="1"/>
        </dgm:presLayoutVars>
      </dgm:prSet>
      <dgm:spPr/>
    </dgm:pt>
    <dgm:pt modelId="{8F645EEE-0576-4096-947C-8BAA472067A1}" type="pres">
      <dgm:prSet presAssocID="{869324FF-BE3A-4DA4-86F9-BE3990C65933}" presName="parTrans" presStyleLbl="bgSibTrans2D1" presStyleIdx="1" presStyleCnt="3" custAng="97369" custLinFactNeighborX="2120" custLinFactNeighborY="-14182"/>
      <dgm:spPr/>
    </dgm:pt>
    <dgm:pt modelId="{41405D15-856D-4FE7-8FB8-263939B0A84E}" type="pres">
      <dgm:prSet presAssocID="{A30F5EC5-EE8D-4C82-A9CD-3A2165C5A5CA}" presName="node" presStyleLbl="node1" presStyleIdx="1" presStyleCnt="3" custScaleX="162131" custRadScaleRad="95274" custRadScaleInc="263">
        <dgm:presLayoutVars>
          <dgm:bulletEnabled val="1"/>
        </dgm:presLayoutVars>
      </dgm:prSet>
      <dgm:spPr/>
    </dgm:pt>
    <dgm:pt modelId="{B442FBFA-A534-4B9F-80E8-98C03CEA27A9}" type="pres">
      <dgm:prSet presAssocID="{8310B752-3FB2-4942-B83E-BB520C4468A4}" presName="parTrans" presStyleLbl="bgSibTrans2D1" presStyleIdx="2" presStyleCnt="3" custAng="219828" custLinFactNeighborX="308" custLinFactNeighborY="-4822"/>
      <dgm:spPr/>
    </dgm:pt>
    <dgm:pt modelId="{5919A88A-F627-45EA-B0D0-31E86AA2CE0A}" type="pres">
      <dgm:prSet presAssocID="{FBDCA307-5956-4EEB-988B-8A2F3A5BD52C}" presName="node" presStyleLbl="node1" presStyleIdx="2" presStyleCnt="3" custScaleX="143481" custRadScaleRad="117581" custRadScaleInc="52227">
        <dgm:presLayoutVars>
          <dgm:bulletEnabled val="1"/>
        </dgm:presLayoutVars>
      </dgm:prSet>
      <dgm:spPr/>
    </dgm:pt>
  </dgm:ptLst>
  <dgm:cxnLst>
    <dgm:cxn modelId="{F1416302-D782-45D3-92DE-AED09239BD53}" type="presOf" srcId="{A30F5EC5-EE8D-4C82-A9CD-3A2165C5A5CA}" destId="{41405D15-856D-4FE7-8FB8-263939B0A84E}" srcOrd="0" destOrd="0" presId="urn:microsoft.com/office/officeart/2005/8/layout/radial4"/>
    <dgm:cxn modelId="{F53A8224-70DC-4C82-ADB9-DAC8770A317F}" type="presOf" srcId="{8310B752-3FB2-4942-B83E-BB520C4468A4}" destId="{B442FBFA-A534-4B9F-80E8-98C03CEA27A9}" srcOrd="0" destOrd="0" presId="urn:microsoft.com/office/officeart/2005/8/layout/radial4"/>
    <dgm:cxn modelId="{715C6826-74DD-430E-895B-E4060B3FD421}" type="presOf" srcId="{869324FF-BE3A-4DA4-86F9-BE3990C65933}" destId="{8F645EEE-0576-4096-947C-8BAA472067A1}" srcOrd="0" destOrd="0" presId="urn:microsoft.com/office/officeart/2005/8/layout/radial4"/>
    <dgm:cxn modelId="{CCBF9E2D-736F-4BE1-B9F1-745DAEFF4111}" type="presOf" srcId="{2534D846-EF0C-49BE-BA2D-FF93E0777BB4}" destId="{EF66BA34-1FC6-48B5-A414-4244E0D28BC1}" srcOrd="0" destOrd="0" presId="urn:microsoft.com/office/officeart/2005/8/layout/radial4"/>
    <dgm:cxn modelId="{7DEDB52D-E645-4DB5-B746-0C594398C952}" type="presOf" srcId="{5E5F5AC5-3BE5-409F-AFD7-855C902D1F9B}" destId="{EF098E09-B59A-4372-BC94-6D21525C4B91}" srcOrd="0" destOrd="0" presId="urn:microsoft.com/office/officeart/2005/8/layout/radial4"/>
    <dgm:cxn modelId="{E72EDC5D-0F6E-44DA-9CE4-BFE7625ECAA3}" type="presOf" srcId="{FBDCA307-5956-4EEB-988B-8A2F3A5BD52C}" destId="{5919A88A-F627-45EA-B0D0-31E86AA2CE0A}" srcOrd="0" destOrd="0" presId="urn:microsoft.com/office/officeart/2005/8/layout/radial4"/>
    <dgm:cxn modelId="{4F06DF5F-DA59-4917-9103-FF9442A549D9}" type="presOf" srcId="{29625A8E-AC99-4965-9214-ECE6C177B95D}" destId="{709D0077-6B15-4BFE-9EA3-EB8E6147995B}" srcOrd="0" destOrd="0" presId="urn:microsoft.com/office/officeart/2005/8/layout/radial4"/>
    <dgm:cxn modelId="{41754166-E928-415C-BFFC-819A4F2E0655}" srcId="{5E5F5AC5-3BE5-409F-AFD7-855C902D1F9B}" destId="{2534D846-EF0C-49BE-BA2D-FF93E0777BB4}" srcOrd="0" destOrd="0" parTransId="{640B6A30-2EFF-4250-8C2B-766E3B892750}" sibTransId="{6C36856D-4D46-47B7-BB9E-D6FEA5DB0AC0}"/>
    <dgm:cxn modelId="{7ED26AB4-17ED-439E-9347-990762AD679E}" srcId="{2534D846-EF0C-49BE-BA2D-FF93E0777BB4}" destId="{FBDCA307-5956-4EEB-988B-8A2F3A5BD52C}" srcOrd="2" destOrd="0" parTransId="{8310B752-3FB2-4942-B83E-BB520C4468A4}" sibTransId="{51EB142C-2DCA-4157-AE30-82077A329605}"/>
    <dgm:cxn modelId="{C41ED5C9-6B48-4C05-937E-332084A23C48}" srcId="{2534D846-EF0C-49BE-BA2D-FF93E0777BB4}" destId="{A30F5EC5-EE8D-4C82-A9CD-3A2165C5A5CA}" srcOrd="1" destOrd="0" parTransId="{869324FF-BE3A-4DA4-86F9-BE3990C65933}" sibTransId="{E979C06E-F039-4B91-A32E-D013B630E677}"/>
    <dgm:cxn modelId="{F5CA59E8-0688-4128-B74E-E5C7912101D3}" type="presOf" srcId="{B2C1A147-FAEF-4450-9928-649F9F359D12}" destId="{85F431B3-33B1-4028-85DE-44822751290C}" srcOrd="0" destOrd="0" presId="urn:microsoft.com/office/officeart/2005/8/layout/radial4"/>
    <dgm:cxn modelId="{A7949EEE-0D2A-422E-B6D8-CC2996C58AE5}" srcId="{2534D846-EF0C-49BE-BA2D-FF93E0777BB4}" destId="{29625A8E-AC99-4965-9214-ECE6C177B95D}" srcOrd="0" destOrd="0" parTransId="{B2C1A147-FAEF-4450-9928-649F9F359D12}" sibTransId="{FD2A6E8E-ABC2-4B34-9810-F445EE6ACE26}"/>
    <dgm:cxn modelId="{F32EC2F7-7E26-4CB3-851B-3C8A74F14D85}" type="presParOf" srcId="{EF098E09-B59A-4372-BC94-6D21525C4B91}" destId="{EF66BA34-1FC6-48B5-A414-4244E0D28BC1}" srcOrd="0" destOrd="0" presId="urn:microsoft.com/office/officeart/2005/8/layout/radial4"/>
    <dgm:cxn modelId="{3AB0A06C-AF09-4581-91C2-3D98B56EAA7A}" type="presParOf" srcId="{EF098E09-B59A-4372-BC94-6D21525C4B91}" destId="{85F431B3-33B1-4028-85DE-44822751290C}" srcOrd="1" destOrd="0" presId="urn:microsoft.com/office/officeart/2005/8/layout/radial4"/>
    <dgm:cxn modelId="{AA1319AB-B36C-46B9-9A8F-FBD02A95121C}" type="presParOf" srcId="{EF098E09-B59A-4372-BC94-6D21525C4B91}" destId="{709D0077-6B15-4BFE-9EA3-EB8E6147995B}" srcOrd="2" destOrd="0" presId="urn:microsoft.com/office/officeart/2005/8/layout/radial4"/>
    <dgm:cxn modelId="{144FD43C-E4FA-4A17-B41C-3B3BB4B7E552}" type="presParOf" srcId="{EF098E09-B59A-4372-BC94-6D21525C4B91}" destId="{8F645EEE-0576-4096-947C-8BAA472067A1}" srcOrd="3" destOrd="0" presId="urn:microsoft.com/office/officeart/2005/8/layout/radial4"/>
    <dgm:cxn modelId="{DFC21801-EED7-472C-A692-C148564759B4}" type="presParOf" srcId="{EF098E09-B59A-4372-BC94-6D21525C4B91}" destId="{41405D15-856D-4FE7-8FB8-263939B0A84E}" srcOrd="4" destOrd="0" presId="urn:microsoft.com/office/officeart/2005/8/layout/radial4"/>
    <dgm:cxn modelId="{0F2A35A4-E3CC-491A-ABE7-DD27FF00A2AD}" type="presParOf" srcId="{EF098E09-B59A-4372-BC94-6D21525C4B91}" destId="{B442FBFA-A534-4B9F-80E8-98C03CEA27A9}" srcOrd="5" destOrd="0" presId="urn:microsoft.com/office/officeart/2005/8/layout/radial4"/>
    <dgm:cxn modelId="{87E29174-6819-41B4-90FA-C47D229ED380}" type="presParOf" srcId="{EF098E09-B59A-4372-BC94-6D21525C4B91}" destId="{5919A88A-F627-45EA-B0D0-31E86AA2CE0A}" srcOrd="6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9C0B4053-5EC8-4E25-AC31-B8B130883AC2}" type="doc">
      <dgm:prSet loTypeId="urn:microsoft.com/office/officeart/2005/8/layout/pList1" loCatId="list" qsTypeId="urn:microsoft.com/office/officeart/2005/8/quickstyle/simple1#2" qsCatId="simple" csTypeId="urn:microsoft.com/office/officeart/2005/8/colors/accent1_2#2" csCatId="accent1" phldr="1"/>
      <dgm:spPr/>
      <dgm:t>
        <a:bodyPr/>
        <a:lstStyle/>
        <a:p>
          <a:endParaRPr lang="en-US"/>
        </a:p>
      </dgm:t>
    </dgm:pt>
    <dgm:pt modelId="{3DEB3E49-7FE7-4C31-9349-6B2E7EBA1120}">
      <dgm:prSet phldrT="[Text]" phldr="0"/>
      <dgm:spPr/>
      <dgm:t>
        <a:bodyPr/>
        <a:lstStyle/>
        <a:p>
          <a:endParaRPr lang="en-US" dirty="0"/>
        </a:p>
      </dgm:t>
    </dgm:pt>
    <dgm:pt modelId="{12A5B0BA-9E20-431E-9E41-6A2DE16D9D26}" type="parTrans" cxnId="{94F588BA-B72F-4CEB-8E83-F8B8B86FBE3B}">
      <dgm:prSet/>
      <dgm:spPr/>
      <dgm:t>
        <a:bodyPr/>
        <a:lstStyle/>
        <a:p>
          <a:endParaRPr lang="en-US"/>
        </a:p>
      </dgm:t>
    </dgm:pt>
    <dgm:pt modelId="{924FA3CB-2741-4EAE-B324-B288B5025823}" type="sibTrans" cxnId="{94F588BA-B72F-4CEB-8E83-F8B8B86FBE3B}">
      <dgm:prSet/>
      <dgm:spPr/>
      <dgm:t>
        <a:bodyPr/>
        <a:lstStyle/>
        <a:p>
          <a:endParaRPr lang="en-US"/>
        </a:p>
      </dgm:t>
    </dgm:pt>
    <dgm:pt modelId="{9AE5AA1C-6F99-46A6-901E-1BD6677E81B4}">
      <dgm:prSet phldrT="[Text]" phldr="0"/>
      <dgm:spPr/>
      <dgm:t>
        <a:bodyPr/>
        <a:lstStyle/>
        <a:p>
          <a:endParaRPr lang="en-US" dirty="0"/>
        </a:p>
      </dgm:t>
    </dgm:pt>
    <dgm:pt modelId="{892CD22F-21B1-4B72-8C92-C22EB8E95791}" type="sibTrans" cxnId="{D7045BE2-A7AB-465A-AFD9-5DD53E7F62C3}">
      <dgm:prSet/>
      <dgm:spPr/>
      <dgm:t>
        <a:bodyPr/>
        <a:lstStyle/>
        <a:p>
          <a:endParaRPr lang="en-US"/>
        </a:p>
      </dgm:t>
    </dgm:pt>
    <dgm:pt modelId="{49954EE8-0A84-4BF3-B6F6-49D50F10E9C1}" type="parTrans" cxnId="{D7045BE2-A7AB-465A-AFD9-5DD53E7F62C3}">
      <dgm:prSet/>
      <dgm:spPr/>
      <dgm:t>
        <a:bodyPr/>
        <a:lstStyle/>
        <a:p>
          <a:endParaRPr lang="en-US"/>
        </a:p>
      </dgm:t>
    </dgm:pt>
    <dgm:pt modelId="{3C976084-619F-41BB-902F-CDFDD81E2186}">
      <dgm:prSet phldrT="[Text]" phldr="0"/>
      <dgm:spPr/>
      <dgm:t>
        <a:bodyPr/>
        <a:lstStyle/>
        <a:p>
          <a:endParaRPr lang="en-US" dirty="0"/>
        </a:p>
      </dgm:t>
    </dgm:pt>
    <dgm:pt modelId="{21495ACE-6236-4464-A0C0-234AC5CDE788}" type="sibTrans" cxnId="{3AFFBBAF-D2C2-4012-83EF-7E530CBE9F91}">
      <dgm:prSet/>
      <dgm:spPr/>
      <dgm:t>
        <a:bodyPr/>
        <a:lstStyle/>
        <a:p>
          <a:endParaRPr lang="en-US"/>
        </a:p>
      </dgm:t>
    </dgm:pt>
    <dgm:pt modelId="{D19C1B04-DE7C-42E8-BA92-8AA49F122CCD}" type="parTrans" cxnId="{3AFFBBAF-D2C2-4012-83EF-7E530CBE9F91}">
      <dgm:prSet/>
      <dgm:spPr/>
      <dgm:t>
        <a:bodyPr/>
        <a:lstStyle/>
        <a:p>
          <a:endParaRPr lang="en-US"/>
        </a:p>
      </dgm:t>
    </dgm:pt>
    <dgm:pt modelId="{6F7806DC-CD3E-4B88-8D7A-2B326C63823C}">
      <dgm:prSet phldrT="[Text]" phldr="0"/>
      <dgm:spPr/>
      <dgm:t>
        <a:bodyPr/>
        <a:lstStyle/>
        <a:p>
          <a:endParaRPr lang="en-US" dirty="0"/>
        </a:p>
      </dgm:t>
    </dgm:pt>
    <dgm:pt modelId="{829C8698-A527-4165-B262-C4AE1653AE59}" type="sibTrans" cxnId="{8BECE31A-8C29-4716-9B62-9B26FECEBDE2}">
      <dgm:prSet/>
      <dgm:spPr/>
      <dgm:t>
        <a:bodyPr/>
        <a:lstStyle/>
        <a:p>
          <a:endParaRPr lang="en-US"/>
        </a:p>
      </dgm:t>
    </dgm:pt>
    <dgm:pt modelId="{BA2FB2EF-342C-435B-BBD7-7F76D2C7858F}" type="parTrans" cxnId="{8BECE31A-8C29-4716-9B62-9B26FECEBDE2}">
      <dgm:prSet/>
      <dgm:spPr/>
      <dgm:t>
        <a:bodyPr/>
        <a:lstStyle/>
        <a:p>
          <a:endParaRPr lang="en-US"/>
        </a:p>
      </dgm:t>
    </dgm:pt>
    <dgm:pt modelId="{CFCBB5AB-97AC-48C1-9A78-950E919B6D14}" type="pres">
      <dgm:prSet presAssocID="{9C0B4053-5EC8-4E25-AC31-B8B130883AC2}" presName="Name0" presStyleCnt="0">
        <dgm:presLayoutVars>
          <dgm:dir/>
          <dgm:resizeHandles val="exact"/>
        </dgm:presLayoutVars>
      </dgm:prSet>
      <dgm:spPr/>
    </dgm:pt>
    <dgm:pt modelId="{1DAE9358-31AC-4C43-A379-C20B9B060166}" type="pres">
      <dgm:prSet presAssocID="{9AE5AA1C-6F99-46A6-901E-1BD6677E81B4}" presName="compNode" presStyleCnt="0"/>
      <dgm:spPr/>
    </dgm:pt>
    <dgm:pt modelId="{254D9BC8-BE04-456E-97F4-BA02AB6876D2}" type="pres">
      <dgm:prSet presAssocID="{9AE5AA1C-6F99-46A6-901E-1BD6677E81B4}" presName="pictRect" presStyleLbl="node1" presStyleIdx="0" presStyleCnt="4" custScaleX="171506" custScaleY="168881" custLinFactNeighborX="-27925" custLinFactNeighborY="7480"/>
      <dgm:spPr>
        <a:blipFill>
          <a:blip xmlns:r="http://schemas.openxmlformats.org/officeDocument/2006/relationships" r:embed="rId1"/>
          <a:srcRect/>
          <a:stretch>
            <a:fillRect l="-29000" r="-29000"/>
          </a:stretch>
        </a:blipFill>
      </dgm:spPr>
    </dgm:pt>
    <dgm:pt modelId="{D5EC304A-D9F2-41FA-BB78-7BD666EEE133}" type="pres">
      <dgm:prSet presAssocID="{9AE5AA1C-6F99-46A6-901E-1BD6677E81B4}" presName="textRect" presStyleLbl="revTx" presStyleIdx="0" presStyleCnt="4" custLinFactX="61744" custLinFactNeighborX="100000" custLinFactNeighborY="19848">
        <dgm:presLayoutVars>
          <dgm:bulletEnabled val="1"/>
        </dgm:presLayoutVars>
      </dgm:prSet>
      <dgm:spPr/>
    </dgm:pt>
    <dgm:pt modelId="{CB12CB88-F064-4957-BA8B-C34ADB978C85}" type="pres">
      <dgm:prSet presAssocID="{892CD22F-21B1-4B72-8C92-C22EB8E95791}" presName="sibTrans" presStyleLbl="sibTrans2D1" presStyleIdx="0" presStyleCnt="0"/>
      <dgm:spPr/>
    </dgm:pt>
    <dgm:pt modelId="{65537501-84AE-4310-937D-CDF1C50C4929}" type="pres">
      <dgm:prSet presAssocID="{6F7806DC-CD3E-4B88-8D7A-2B326C63823C}" presName="compNode" presStyleCnt="0"/>
      <dgm:spPr/>
    </dgm:pt>
    <dgm:pt modelId="{0FC98BA3-107A-46C1-831B-017B4C2BD42A}" type="pres">
      <dgm:prSet presAssocID="{6F7806DC-CD3E-4B88-8D7A-2B326C63823C}" presName="pictRect" presStyleLbl="node1" presStyleIdx="1" presStyleCnt="4" custScaleX="172392" custScaleY="171072" custLinFactNeighborX="31575" custLinFactNeighborY="4990"/>
      <dgm:spPr>
        <a:blipFill>
          <a:blip xmlns:r="http://schemas.openxmlformats.org/officeDocument/2006/relationships" r:embed="rId2"/>
          <a:srcRect/>
          <a:stretch>
            <a:fillRect l="-30000" r="-30000"/>
          </a:stretch>
        </a:blipFill>
      </dgm:spPr>
    </dgm:pt>
    <dgm:pt modelId="{80EEB255-B8C2-4884-8378-0B911F793D47}" type="pres">
      <dgm:prSet presAssocID="{6F7806DC-CD3E-4B88-8D7A-2B326C63823C}" presName="textRect" presStyleLbl="revTx" presStyleIdx="1" presStyleCnt="4" custLinFactX="-26684" custLinFactY="100000" custLinFactNeighborX="-100000" custLinFactNeighborY="130781">
        <dgm:presLayoutVars>
          <dgm:bulletEnabled val="1"/>
        </dgm:presLayoutVars>
      </dgm:prSet>
      <dgm:spPr/>
    </dgm:pt>
    <dgm:pt modelId="{B9878D76-4DA7-40E6-97BD-07075D0C888D}" type="pres">
      <dgm:prSet presAssocID="{829C8698-A527-4165-B262-C4AE1653AE59}" presName="sibTrans" presStyleLbl="sibTrans2D1" presStyleIdx="0" presStyleCnt="0"/>
      <dgm:spPr/>
    </dgm:pt>
    <dgm:pt modelId="{B10142DE-94D7-4E8A-996C-5F531B97281E}" type="pres">
      <dgm:prSet presAssocID="{3C976084-619F-41BB-902F-CDFDD81E2186}" presName="compNode" presStyleCnt="0"/>
      <dgm:spPr/>
    </dgm:pt>
    <dgm:pt modelId="{8093F19D-7FC0-46F3-94F9-323DAE473AAA}" type="pres">
      <dgm:prSet presAssocID="{3C976084-619F-41BB-902F-CDFDD81E2186}" presName="pictRect" presStyleLbl="node1" presStyleIdx="2" presStyleCnt="4" custScaleX="174591" custScaleY="170789" custLinFactX="100000" custLinFactNeighborX="118420" custLinFactNeighborY="-5857"/>
      <dgm:spPr>
        <a:blipFill>
          <a:blip xmlns:r="http://schemas.openxmlformats.org/officeDocument/2006/relationships" r:embed="rId3"/>
          <a:srcRect/>
          <a:stretch>
            <a:fillRect l="-27000" r="-27000"/>
          </a:stretch>
        </a:blipFill>
      </dgm:spPr>
    </dgm:pt>
    <dgm:pt modelId="{DB9F1306-928A-4C8D-833C-9FAE360DB1FC}" type="pres">
      <dgm:prSet presAssocID="{3C976084-619F-41BB-902F-CDFDD81E2186}" presName="textRect" presStyleLbl="revTx" presStyleIdx="2" presStyleCnt="4" custLinFactY="170778" custLinFactNeighborX="-54260" custLinFactNeighborY="200000">
        <dgm:presLayoutVars>
          <dgm:bulletEnabled val="1"/>
        </dgm:presLayoutVars>
      </dgm:prSet>
      <dgm:spPr/>
    </dgm:pt>
    <dgm:pt modelId="{F50256AC-91D2-40D5-9718-82BF10E6D505}" type="pres">
      <dgm:prSet presAssocID="{21495ACE-6236-4464-A0C0-234AC5CDE788}" presName="sibTrans" presStyleLbl="sibTrans2D1" presStyleIdx="0" presStyleCnt="0"/>
      <dgm:spPr/>
    </dgm:pt>
    <dgm:pt modelId="{34A5D3D7-CC19-4825-97CA-6BFDD7DF7DC8}" type="pres">
      <dgm:prSet presAssocID="{3DEB3E49-7FE7-4C31-9349-6B2E7EBA1120}" presName="compNode" presStyleCnt="0"/>
      <dgm:spPr/>
    </dgm:pt>
    <dgm:pt modelId="{3C226892-AF36-4E01-91FD-621790C1A51E}" type="pres">
      <dgm:prSet presAssocID="{3DEB3E49-7FE7-4C31-9349-6B2E7EBA1120}" presName="pictRect" presStyleLbl="node1" presStyleIdx="3" presStyleCnt="4" custScaleX="173648" custScaleY="171250" custLinFactX="-100000" custLinFactNeighborX="-108602" custLinFactNeighborY="-6403"/>
      <dgm:spPr>
        <a:blipFill>
          <a:blip xmlns:r="http://schemas.openxmlformats.org/officeDocument/2006/relationships" r:embed="rId4"/>
          <a:srcRect/>
          <a:stretch>
            <a:fillRect l="-28000" r="-28000"/>
          </a:stretch>
        </a:blipFill>
      </dgm:spPr>
    </dgm:pt>
    <dgm:pt modelId="{038D9619-E044-4749-9DA5-18742C51BD91}" type="pres">
      <dgm:prSet presAssocID="{3DEB3E49-7FE7-4C31-9349-6B2E7EBA1120}" presName="textRect" presStyleLbl="revTx" presStyleIdx="3" presStyleCnt="4" custLinFactY="-200000" custLinFactNeighborX="1096" custLinFactNeighborY="-258396">
        <dgm:presLayoutVars>
          <dgm:bulletEnabled val="1"/>
        </dgm:presLayoutVars>
      </dgm:prSet>
      <dgm:spPr/>
    </dgm:pt>
  </dgm:ptLst>
  <dgm:cxnLst>
    <dgm:cxn modelId="{8BECE31A-8C29-4716-9B62-9B26FECEBDE2}" srcId="{9C0B4053-5EC8-4E25-AC31-B8B130883AC2}" destId="{6F7806DC-CD3E-4B88-8D7A-2B326C63823C}" srcOrd="1" destOrd="0" parTransId="{BA2FB2EF-342C-435B-BBD7-7F76D2C7858F}" sibTransId="{829C8698-A527-4165-B262-C4AE1653AE59}"/>
    <dgm:cxn modelId="{946DAC42-4FEE-4CD9-AA7E-B13891424542}" type="presOf" srcId="{21495ACE-6236-4464-A0C0-234AC5CDE788}" destId="{F50256AC-91D2-40D5-9718-82BF10E6D505}" srcOrd="0" destOrd="0" presId="urn:microsoft.com/office/officeart/2005/8/layout/pList1"/>
    <dgm:cxn modelId="{9D61046C-ED13-4900-91F2-1A682D4FE4C0}" type="presOf" srcId="{9C0B4053-5EC8-4E25-AC31-B8B130883AC2}" destId="{CFCBB5AB-97AC-48C1-9A78-950E919B6D14}" srcOrd="0" destOrd="0" presId="urn:microsoft.com/office/officeart/2005/8/layout/pList1"/>
    <dgm:cxn modelId="{77473F50-BFB4-4067-A437-1F6D90060417}" type="presOf" srcId="{6F7806DC-CD3E-4B88-8D7A-2B326C63823C}" destId="{80EEB255-B8C2-4884-8378-0B911F793D47}" srcOrd="0" destOrd="0" presId="urn:microsoft.com/office/officeart/2005/8/layout/pList1"/>
    <dgm:cxn modelId="{8E54D396-9760-4AE6-B630-D8BA90A8B4EC}" type="presOf" srcId="{3DEB3E49-7FE7-4C31-9349-6B2E7EBA1120}" destId="{038D9619-E044-4749-9DA5-18742C51BD91}" srcOrd="0" destOrd="0" presId="urn:microsoft.com/office/officeart/2005/8/layout/pList1"/>
    <dgm:cxn modelId="{65C933A0-B6AB-4F3D-BE0F-D758EE181612}" type="presOf" srcId="{829C8698-A527-4165-B262-C4AE1653AE59}" destId="{B9878D76-4DA7-40E6-97BD-07075D0C888D}" srcOrd="0" destOrd="0" presId="urn:microsoft.com/office/officeart/2005/8/layout/pList1"/>
    <dgm:cxn modelId="{3AFFBBAF-D2C2-4012-83EF-7E530CBE9F91}" srcId="{9C0B4053-5EC8-4E25-AC31-B8B130883AC2}" destId="{3C976084-619F-41BB-902F-CDFDD81E2186}" srcOrd="2" destOrd="0" parTransId="{D19C1B04-DE7C-42E8-BA92-8AA49F122CCD}" sibTransId="{21495ACE-6236-4464-A0C0-234AC5CDE788}"/>
    <dgm:cxn modelId="{94F588BA-B72F-4CEB-8E83-F8B8B86FBE3B}" srcId="{9C0B4053-5EC8-4E25-AC31-B8B130883AC2}" destId="{3DEB3E49-7FE7-4C31-9349-6B2E7EBA1120}" srcOrd="3" destOrd="0" parTransId="{12A5B0BA-9E20-431E-9E41-6A2DE16D9D26}" sibTransId="{924FA3CB-2741-4EAE-B324-B288B5025823}"/>
    <dgm:cxn modelId="{A9A133D5-A131-40C4-A939-E633CC364268}" type="presOf" srcId="{3C976084-619F-41BB-902F-CDFDD81E2186}" destId="{DB9F1306-928A-4C8D-833C-9FAE360DB1FC}" srcOrd="0" destOrd="0" presId="urn:microsoft.com/office/officeart/2005/8/layout/pList1"/>
    <dgm:cxn modelId="{5F5CFDDE-FB8E-4A77-B70D-274B1EABEAE6}" type="presOf" srcId="{892CD22F-21B1-4B72-8C92-C22EB8E95791}" destId="{CB12CB88-F064-4957-BA8B-C34ADB978C85}" srcOrd="0" destOrd="0" presId="urn:microsoft.com/office/officeart/2005/8/layout/pList1"/>
    <dgm:cxn modelId="{D7045BE2-A7AB-465A-AFD9-5DD53E7F62C3}" srcId="{9C0B4053-5EC8-4E25-AC31-B8B130883AC2}" destId="{9AE5AA1C-6F99-46A6-901E-1BD6677E81B4}" srcOrd="0" destOrd="0" parTransId="{49954EE8-0A84-4BF3-B6F6-49D50F10E9C1}" sibTransId="{892CD22F-21B1-4B72-8C92-C22EB8E95791}"/>
    <dgm:cxn modelId="{C2D35DE3-3E0D-4CB3-8523-590BDEC2170C}" type="presOf" srcId="{9AE5AA1C-6F99-46A6-901E-1BD6677E81B4}" destId="{D5EC304A-D9F2-41FA-BB78-7BD666EEE133}" srcOrd="0" destOrd="0" presId="urn:microsoft.com/office/officeart/2005/8/layout/pList1"/>
    <dgm:cxn modelId="{76658A9C-6151-4306-980F-C9815B32B93B}" type="presParOf" srcId="{CFCBB5AB-97AC-48C1-9A78-950E919B6D14}" destId="{1DAE9358-31AC-4C43-A379-C20B9B060166}" srcOrd="0" destOrd="0" presId="urn:microsoft.com/office/officeart/2005/8/layout/pList1"/>
    <dgm:cxn modelId="{ACDE284F-21D2-44A4-B5F7-DAC14F910837}" type="presParOf" srcId="{1DAE9358-31AC-4C43-A379-C20B9B060166}" destId="{254D9BC8-BE04-456E-97F4-BA02AB6876D2}" srcOrd="0" destOrd="0" presId="urn:microsoft.com/office/officeart/2005/8/layout/pList1"/>
    <dgm:cxn modelId="{2A093C4D-3A10-43FF-9F11-74723174E576}" type="presParOf" srcId="{1DAE9358-31AC-4C43-A379-C20B9B060166}" destId="{D5EC304A-D9F2-41FA-BB78-7BD666EEE133}" srcOrd="1" destOrd="0" presId="urn:microsoft.com/office/officeart/2005/8/layout/pList1"/>
    <dgm:cxn modelId="{740C878E-BA8C-4513-B01F-DCD3AF4FC740}" type="presParOf" srcId="{CFCBB5AB-97AC-48C1-9A78-950E919B6D14}" destId="{CB12CB88-F064-4957-BA8B-C34ADB978C85}" srcOrd="1" destOrd="0" presId="urn:microsoft.com/office/officeart/2005/8/layout/pList1"/>
    <dgm:cxn modelId="{8B474793-CBE5-437D-88E3-782B76DC1447}" type="presParOf" srcId="{CFCBB5AB-97AC-48C1-9A78-950E919B6D14}" destId="{65537501-84AE-4310-937D-CDF1C50C4929}" srcOrd="2" destOrd="0" presId="urn:microsoft.com/office/officeart/2005/8/layout/pList1"/>
    <dgm:cxn modelId="{32232C20-3B05-4233-9502-B1E3300457D4}" type="presParOf" srcId="{65537501-84AE-4310-937D-CDF1C50C4929}" destId="{0FC98BA3-107A-46C1-831B-017B4C2BD42A}" srcOrd="0" destOrd="0" presId="urn:microsoft.com/office/officeart/2005/8/layout/pList1"/>
    <dgm:cxn modelId="{926D0815-220E-47ED-8418-0B4C84E8F6C3}" type="presParOf" srcId="{65537501-84AE-4310-937D-CDF1C50C4929}" destId="{80EEB255-B8C2-4884-8378-0B911F793D47}" srcOrd="1" destOrd="0" presId="urn:microsoft.com/office/officeart/2005/8/layout/pList1"/>
    <dgm:cxn modelId="{7B64239A-3421-4708-A012-AB52716DD1D4}" type="presParOf" srcId="{CFCBB5AB-97AC-48C1-9A78-950E919B6D14}" destId="{B9878D76-4DA7-40E6-97BD-07075D0C888D}" srcOrd="3" destOrd="0" presId="urn:microsoft.com/office/officeart/2005/8/layout/pList1"/>
    <dgm:cxn modelId="{6ECC355C-84D6-4A4E-85F2-D96B1EC443FB}" type="presParOf" srcId="{CFCBB5AB-97AC-48C1-9A78-950E919B6D14}" destId="{B10142DE-94D7-4E8A-996C-5F531B97281E}" srcOrd="4" destOrd="0" presId="urn:microsoft.com/office/officeart/2005/8/layout/pList1"/>
    <dgm:cxn modelId="{1E0D9806-ECAD-4484-81BE-5CC7396B9C49}" type="presParOf" srcId="{B10142DE-94D7-4E8A-996C-5F531B97281E}" destId="{8093F19D-7FC0-46F3-94F9-323DAE473AAA}" srcOrd="0" destOrd="0" presId="urn:microsoft.com/office/officeart/2005/8/layout/pList1"/>
    <dgm:cxn modelId="{2E85B29C-C3E3-4AFC-9FD5-91EA17325041}" type="presParOf" srcId="{B10142DE-94D7-4E8A-996C-5F531B97281E}" destId="{DB9F1306-928A-4C8D-833C-9FAE360DB1FC}" srcOrd="1" destOrd="0" presId="urn:microsoft.com/office/officeart/2005/8/layout/pList1"/>
    <dgm:cxn modelId="{62DDBBB5-4983-4C28-A074-A9704D8FB09B}" type="presParOf" srcId="{CFCBB5AB-97AC-48C1-9A78-950E919B6D14}" destId="{F50256AC-91D2-40D5-9718-82BF10E6D505}" srcOrd="5" destOrd="0" presId="urn:microsoft.com/office/officeart/2005/8/layout/pList1"/>
    <dgm:cxn modelId="{0237BC10-A3A2-471F-8D01-67A0EDB2794F}" type="presParOf" srcId="{CFCBB5AB-97AC-48C1-9A78-950E919B6D14}" destId="{34A5D3D7-CC19-4825-97CA-6BFDD7DF7DC8}" srcOrd="6" destOrd="0" presId="urn:microsoft.com/office/officeart/2005/8/layout/pList1"/>
    <dgm:cxn modelId="{17A1A614-C3BC-4B34-92B2-4B35734BDA55}" type="presParOf" srcId="{34A5D3D7-CC19-4825-97CA-6BFDD7DF7DC8}" destId="{3C226892-AF36-4E01-91FD-621790C1A51E}" srcOrd="0" destOrd="0" presId="urn:microsoft.com/office/officeart/2005/8/layout/pList1"/>
    <dgm:cxn modelId="{F42E79AC-BE46-4718-92B5-AA1AC83DE8BE}" type="presParOf" srcId="{34A5D3D7-CC19-4825-97CA-6BFDD7DF7DC8}" destId="{038D9619-E044-4749-9DA5-18742C51BD91}" srcOrd="1" destOrd="0" presId="urn:microsoft.com/office/officeart/2005/8/layout/p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5E664C-8E61-4332-B495-1151ECBF69CE}">
      <dsp:nvSpPr>
        <dsp:cNvPr id="0" name=""/>
        <dsp:cNvSpPr/>
      </dsp:nvSpPr>
      <dsp:spPr>
        <a:xfrm>
          <a:off x="3306" y="80428"/>
          <a:ext cx="3223474" cy="1008000"/>
        </a:xfrm>
        <a:prstGeom prst="rect">
          <a:avLst/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b="0" i="0" kern="1200" dirty="0"/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sz="1800" b="0" i="0" kern="1200" dirty="0"/>
          </a:br>
          <a:r>
            <a:rPr lang="en-US" sz="1800" b="0" i="0" kern="1200" dirty="0"/>
            <a:t>👨‍💻 Developers: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Yugdeep Parihar  &amp; </a:t>
          </a:r>
          <a:br>
            <a:rPr lang="en-US" sz="1800" b="0" i="0" kern="1200" dirty="0"/>
          </a:br>
          <a:r>
            <a:rPr lang="en-US" sz="1800" b="0" i="0" kern="1200" dirty="0"/>
            <a:t>Muskan Sharma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</dsp:txBody>
      <dsp:txXfrm>
        <a:off x="3306" y="80428"/>
        <a:ext cx="3223474" cy="1008000"/>
      </dsp:txXfrm>
    </dsp:sp>
    <dsp:sp modelId="{1155EEDE-FC4B-43EA-AB0C-2E911500DB22}">
      <dsp:nvSpPr>
        <dsp:cNvPr id="0" name=""/>
        <dsp:cNvSpPr/>
      </dsp:nvSpPr>
      <dsp:spPr>
        <a:xfrm>
          <a:off x="3306" y="1088428"/>
          <a:ext cx="3223474" cy="2401874"/>
        </a:xfrm>
        <a:prstGeom prst="rect">
          <a:avLst/>
        </a:prstGeom>
        <a:solidFill>
          <a:schemeClr val="accent4">
            <a:lumMod val="20000"/>
            <a:lumOff val="80000"/>
            <a:alpha val="9000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b="0" i="0" kern="1200" dirty="0"/>
            <a:t>Designed and developed the PTA Automation Tool from concept to deployment.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b="0" i="0" kern="1200" dirty="0"/>
            <a:t>Automated dashboard-ready file creation, validation, and reporting processes.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b="0" i="0" kern="1200" dirty="0"/>
            <a:t>Built user-friendly enhancements, including Python integration, UI, and dashboards.</a:t>
          </a:r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500" kern="1200" dirty="0"/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500" kern="1200" dirty="0"/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500" kern="1200" dirty="0"/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500" kern="1200" dirty="0"/>
        </a:p>
      </dsp:txBody>
      <dsp:txXfrm>
        <a:off x="3306" y="1088428"/>
        <a:ext cx="3223474" cy="2401874"/>
      </dsp:txXfrm>
    </dsp:sp>
    <dsp:sp modelId="{42077A3F-B6E8-43D0-95CC-187EF26285FA}">
      <dsp:nvSpPr>
        <dsp:cNvPr id="0" name=""/>
        <dsp:cNvSpPr/>
      </dsp:nvSpPr>
      <dsp:spPr>
        <a:xfrm>
          <a:off x="3678066" y="80428"/>
          <a:ext cx="3223474" cy="1008000"/>
        </a:xfrm>
        <a:prstGeom prst="rect">
          <a:avLst/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b="0" i="0" kern="1200" dirty="0"/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sz="1800" b="0" i="0" kern="1200" dirty="0"/>
          </a:br>
          <a:r>
            <a:rPr lang="en-US" sz="1800" b="0" i="0" kern="1200" dirty="0"/>
            <a:t>📋 SMEs: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Gautam Aggarwal &amp; </a:t>
          </a:r>
          <a:br>
            <a:rPr lang="en-US" sz="1800" b="0" i="0" kern="1200" dirty="0"/>
          </a:br>
          <a:r>
            <a:rPr lang="en-US" sz="1800" b="0" i="0" kern="1200" dirty="0"/>
            <a:t>Vitesh Kachalia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 dirty="0"/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 dirty="0"/>
        </a:p>
      </dsp:txBody>
      <dsp:txXfrm>
        <a:off x="3678066" y="80428"/>
        <a:ext cx="3223474" cy="1008000"/>
      </dsp:txXfrm>
    </dsp:sp>
    <dsp:sp modelId="{080AD91A-6985-4158-AE87-6529442FF7D0}">
      <dsp:nvSpPr>
        <dsp:cNvPr id="0" name=""/>
        <dsp:cNvSpPr/>
      </dsp:nvSpPr>
      <dsp:spPr>
        <a:xfrm>
          <a:off x="3678066" y="1088428"/>
          <a:ext cx="3223474" cy="2401874"/>
        </a:xfrm>
        <a:prstGeom prst="rect">
          <a:avLst/>
        </a:prstGeom>
        <a:solidFill>
          <a:schemeClr val="accent4">
            <a:lumMod val="20000"/>
            <a:lumOff val="80000"/>
            <a:alpha val="9000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b="0" i="0" kern="1200" dirty="0"/>
            <a:t>Provided business requirements, process expertise, and solution guidance.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b="0" i="0" kern="1200" dirty="0"/>
            <a:t>Reviewed deliverables, validated outputs, and supported implementation decisions.</a:t>
          </a:r>
        </a:p>
      </dsp:txBody>
      <dsp:txXfrm>
        <a:off x="3678066" y="1088428"/>
        <a:ext cx="3223474" cy="2401874"/>
      </dsp:txXfrm>
    </dsp:sp>
    <dsp:sp modelId="{2E17D230-3806-4163-AE9B-B08302CD14E3}">
      <dsp:nvSpPr>
        <dsp:cNvPr id="0" name=""/>
        <dsp:cNvSpPr/>
      </dsp:nvSpPr>
      <dsp:spPr>
        <a:xfrm>
          <a:off x="7352827" y="80428"/>
          <a:ext cx="3223474" cy="1008000"/>
        </a:xfrm>
        <a:prstGeom prst="rect">
          <a:avLst/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b="0" i="0" kern="1200" dirty="0"/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🤝 Onshore Support: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 Sreekanth Lakkaraju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 dirty="0"/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 dirty="0"/>
        </a:p>
      </dsp:txBody>
      <dsp:txXfrm>
        <a:off x="7352827" y="80428"/>
        <a:ext cx="3223474" cy="1008000"/>
      </dsp:txXfrm>
    </dsp:sp>
    <dsp:sp modelId="{B2CAC419-E012-4920-A27F-0EFED8F02D48}">
      <dsp:nvSpPr>
        <dsp:cNvPr id="0" name=""/>
        <dsp:cNvSpPr/>
      </dsp:nvSpPr>
      <dsp:spPr>
        <a:xfrm>
          <a:off x="7352827" y="1088428"/>
          <a:ext cx="3223474" cy="2401874"/>
        </a:xfrm>
        <a:prstGeom prst="rect">
          <a:avLst/>
        </a:prstGeom>
        <a:solidFill>
          <a:schemeClr val="accent4">
            <a:lumMod val="20000"/>
            <a:lumOff val="80000"/>
            <a:alpha val="9000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b="0" i="0" kern="1200" dirty="0"/>
            <a:t>Provided feedback and support.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b="0" i="0" kern="1200" dirty="0"/>
            <a:t>Assisted with Client-Demo calls.</a:t>
          </a:r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5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2100" kern="1200" dirty="0"/>
        </a:p>
      </dsp:txBody>
      <dsp:txXfrm>
        <a:off x="7352827" y="1088428"/>
        <a:ext cx="3223474" cy="240187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35A9BF-0B26-4B40-B951-F0697363F332}">
      <dsp:nvSpPr>
        <dsp:cNvPr id="0" name=""/>
        <dsp:cNvSpPr/>
      </dsp:nvSpPr>
      <dsp:spPr>
        <a:xfrm>
          <a:off x="108054" y="685209"/>
          <a:ext cx="1799994" cy="13166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2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PTA Report  generation from RFM 2</a:t>
          </a:r>
        </a:p>
      </dsp:txBody>
      <dsp:txXfrm>
        <a:off x="138354" y="715509"/>
        <a:ext cx="1739394" cy="973931"/>
      </dsp:txXfrm>
    </dsp:sp>
    <dsp:sp modelId="{28CC1086-494F-4121-A5EA-87975AE7FBCC}">
      <dsp:nvSpPr>
        <dsp:cNvPr id="0" name=""/>
        <dsp:cNvSpPr/>
      </dsp:nvSpPr>
      <dsp:spPr>
        <a:xfrm>
          <a:off x="997942" y="542962"/>
          <a:ext cx="2420965" cy="2420965"/>
        </a:xfrm>
        <a:prstGeom prst="leftCircularArrow">
          <a:avLst>
            <a:gd name="adj1" fmla="val 5186"/>
            <a:gd name="adj2" fmla="val 670629"/>
            <a:gd name="adj3" fmla="val 2446139"/>
            <a:gd name="adj4" fmla="val 9024489"/>
            <a:gd name="adj5" fmla="val 605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60FA6C-379C-4E33-8F4F-96ADFA14D86B}">
      <dsp:nvSpPr>
        <dsp:cNvPr id="0" name=""/>
        <dsp:cNvSpPr/>
      </dsp:nvSpPr>
      <dsp:spPr>
        <a:xfrm>
          <a:off x="564613" y="1719741"/>
          <a:ext cx="1419001" cy="5642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Report Generation</a:t>
          </a:r>
        </a:p>
      </dsp:txBody>
      <dsp:txXfrm>
        <a:off x="581140" y="1736268"/>
        <a:ext cx="1385947" cy="531236"/>
      </dsp:txXfrm>
    </dsp:sp>
    <dsp:sp modelId="{C4B1FE59-B5F6-4D42-A7C6-8E76A961E143}">
      <dsp:nvSpPr>
        <dsp:cNvPr id="0" name=""/>
        <dsp:cNvSpPr/>
      </dsp:nvSpPr>
      <dsp:spPr>
        <a:xfrm>
          <a:off x="2581531" y="685209"/>
          <a:ext cx="1814170" cy="13166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Splitting of data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Filtering &amp; Conversion of Data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Formatting of data &amp; files</a:t>
          </a:r>
        </a:p>
      </dsp:txBody>
      <dsp:txXfrm>
        <a:off x="2611831" y="997654"/>
        <a:ext cx="1753570" cy="973931"/>
      </dsp:txXfrm>
    </dsp:sp>
    <dsp:sp modelId="{02E7E194-52D3-4DE7-9C12-84DCB55D5948}">
      <dsp:nvSpPr>
        <dsp:cNvPr id="0" name=""/>
        <dsp:cNvSpPr/>
      </dsp:nvSpPr>
      <dsp:spPr>
        <a:xfrm>
          <a:off x="3465735" y="-326394"/>
          <a:ext cx="2616795" cy="2616795"/>
        </a:xfrm>
        <a:prstGeom prst="circularArrow">
          <a:avLst>
            <a:gd name="adj1" fmla="val 4798"/>
            <a:gd name="adj2" fmla="val 614462"/>
            <a:gd name="adj3" fmla="val 19210027"/>
            <a:gd name="adj4" fmla="val 12575511"/>
            <a:gd name="adj5" fmla="val 5598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573098-53C2-48F1-B70C-B8F268EFC447}">
      <dsp:nvSpPr>
        <dsp:cNvPr id="0" name=""/>
        <dsp:cNvSpPr/>
      </dsp:nvSpPr>
      <dsp:spPr>
        <a:xfrm>
          <a:off x="3045178" y="403064"/>
          <a:ext cx="1419001" cy="5642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Create dashboard ready files</a:t>
          </a:r>
        </a:p>
      </dsp:txBody>
      <dsp:txXfrm>
        <a:off x="3061705" y="419591"/>
        <a:ext cx="1385947" cy="531236"/>
      </dsp:txXfrm>
    </dsp:sp>
    <dsp:sp modelId="{F00D09D8-DB39-4C17-AC97-4378B34DF44C}">
      <dsp:nvSpPr>
        <dsp:cNvPr id="0" name=""/>
        <dsp:cNvSpPr/>
      </dsp:nvSpPr>
      <dsp:spPr>
        <a:xfrm>
          <a:off x="5062096" y="685209"/>
          <a:ext cx="1799994" cy="13166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2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Validation of created files form raw reports</a:t>
          </a:r>
        </a:p>
      </dsp:txBody>
      <dsp:txXfrm>
        <a:off x="5092396" y="715509"/>
        <a:ext cx="1739394" cy="973931"/>
      </dsp:txXfrm>
    </dsp:sp>
    <dsp:sp modelId="{00DA23C2-D81A-469D-85AE-4616557F0324}">
      <dsp:nvSpPr>
        <dsp:cNvPr id="0" name=""/>
        <dsp:cNvSpPr/>
      </dsp:nvSpPr>
      <dsp:spPr>
        <a:xfrm>
          <a:off x="5956441" y="594012"/>
          <a:ext cx="2352617" cy="2352617"/>
        </a:xfrm>
        <a:prstGeom prst="leftCircularArrow">
          <a:avLst>
            <a:gd name="adj1" fmla="val 5337"/>
            <a:gd name="adj2" fmla="val 692733"/>
            <a:gd name="adj3" fmla="val 2468244"/>
            <a:gd name="adj4" fmla="val 9024489"/>
            <a:gd name="adj5" fmla="val 6227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5547F2-92A5-4DDD-BF1F-45627381A688}">
      <dsp:nvSpPr>
        <dsp:cNvPr id="0" name=""/>
        <dsp:cNvSpPr/>
      </dsp:nvSpPr>
      <dsp:spPr>
        <a:xfrm>
          <a:off x="5518655" y="1719741"/>
          <a:ext cx="1419001" cy="5642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Manual Validation</a:t>
          </a:r>
        </a:p>
      </dsp:txBody>
      <dsp:txXfrm>
        <a:off x="5535182" y="1736268"/>
        <a:ext cx="1385947" cy="531236"/>
      </dsp:txXfrm>
    </dsp:sp>
    <dsp:sp modelId="{958CFACF-537C-4C20-B542-3D1FB317DA1D}">
      <dsp:nvSpPr>
        <dsp:cNvPr id="0" name=""/>
        <dsp:cNvSpPr/>
      </dsp:nvSpPr>
      <dsp:spPr>
        <a:xfrm>
          <a:off x="7535573" y="685209"/>
          <a:ext cx="1695304" cy="13166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Created files are uploaded on dashboard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PTA data is populated.</a:t>
          </a:r>
        </a:p>
      </dsp:txBody>
      <dsp:txXfrm>
        <a:off x="7565873" y="997654"/>
        <a:ext cx="1634704" cy="973931"/>
      </dsp:txXfrm>
    </dsp:sp>
    <dsp:sp modelId="{071B3610-BCB0-488F-9DD1-AB0C2857F4A0}">
      <dsp:nvSpPr>
        <dsp:cNvPr id="0" name=""/>
        <dsp:cNvSpPr/>
      </dsp:nvSpPr>
      <dsp:spPr>
        <a:xfrm>
          <a:off x="8358994" y="-331633"/>
          <a:ext cx="2637494" cy="2637494"/>
        </a:xfrm>
        <a:prstGeom prst="circularArrow">
          <a:avLst>
            <a:gd name="adj1" fmla="val 4761"/>
            <a:gd name="adj2" fmla="val 609071"/>
            <a:gd name="adj3" fmla="val 19215418"/>
            <a:gd name="adj4" fmla="val 12575511"/>
            <a:gd name="adj5" fmla="val 5554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20C52E-1295-45F4-BCA4-21928C59AA14}">
      <dsp:nvSpPr>
        <dsp:cNvPr id="0" name=""/>
        <dsp:cNvSpPr/>
      </dsp:nvSpPr>
      <dsp:spPr>
        <a:xfrm>
          <a:off x="7939787" y="403064"/>
          <a:ext cx="1419001" cy="5642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Upload files on Dashboard</a:t>
          </a:r>
          <a:endParaRPr lang="en-US" sz="1400" kern="1200" dirty="0"/>
        </a:p>
      </dsp:txBody>
      <dsp:txXfrm>
        <a:off x="7956314" y="419591"/>
        <a:ext cx="1385947" cy="531236"/>
      </dsp:txXfrm>
    </dsp:sp>
    <dsp:sp modelId="{B3DF417C-FD4F-4288-AA51-AC17670A6327}">
      <dsp:nvSpPr>
        <dsp:cNvPr id="0" name=""/>
        <dsp:cNvSpPr/>
      </dsp:nvSpPr>
      <dsp:spPr>
        <a:xfrm>
          <a:off x="9956705" y="685209"/>
          <a:ext cx="1835993" cy="13166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endParaRPr lang="en-US" sz="1200" kern="1200" dirty="0">
            <a:solidFill>
              <a:schemeClr val="tx1"/>
            </a:solidFill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 dirty="0">
              <a:solidFill>
                <a:schemeClr val="tx1"/>
              </a:solidFill>
            </a:rPr>
            <a:t>STIMs, OTMs &amp; Field-In-charges can fetch the required data from Dashboard.</a:t>
          </a:r>
        </a:p>
      </dsp:txBody>
      <dsp:txXfrm>
        <a:off x="9987005" y="715509"/>
        <a:ext cx="1775393" cy="973931"/>
      </dsp:txXfrm>
    </dsp:sp>
    <dsp:sp modelId="{0A36EF1A-3160-44B3-A736-9FA4CF023426}">
      <dsp:nvSpPr>
        <dsp:cNvPr id="0" name=""/>
        <dsp:cNvSpPr/>
      </dsp:nvSpPr>
      <dsp:spPr>
        <a:xfrm>
          <a:off x="10431263" y="1719741"/>
          <a:ext cx="1419001" cy="5642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Operational visibility of Data </a:t>
          </a:r>
        </a:p>
      </dsp:txBody>
      <dsp:txXfrm>
        <a:off x="10447790" y="1736268"/>
        <a:ext cx="1385947" cy="53123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C86BAB-D81D-4A03-B71E-952D25C8B30D}">
      <dsp:nvSpPr>
        <dsp:cNvPr id="0" name=""/>
        <dsp:cNvSpPr/>
      </dsp:nvSpPr>
      <dsp:spPr>
        <a:xfrm>
          <a:off x="1654521" y="458906"/>
          <a:ext cx="2593644" cy="4500853"/>
        </a:xfrm>
        <a:prstGeom prst="triangle">
          <a:avLst/>
        </a:prstGeom>
        <a:solidFill>
          <a:srgbClr val="096082"/>
        </a:solidFill>
        <a:ln w="12700" cap="flat" cmpd="sng" algn="ctr">
          <a:solidFill>
            <a:schemeClr val="tx2">
              <a:lumMod val="50000"/>
              <a:lumOff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D647E0-9F01-4E58-9CF7-B66B726C51F0}">
      <dsp:nvSpPr>
        <dsp:cNvPr id="0" name=""/>
        <dsp:cNvSpPr/>
      </dsp:nvSpPr>
      <dsp:spPr>
        <a:xfrm>
          <a:off x="2951344" y="542395"/>
          <a:ext cx="3522133" cy="550333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Lot of </a:t>
          </a:r>
          <a:r>
            <a:rPr lang="en-US" sz="1400" kern="1200" dirty="0">
              <a:solidFill>
                <a:srgbClr val="FF0000"/>
              </a:solidFill>
            </a:rPr>
            <a:t>Manual Efforts</a:t>
          </a:r>
          <a:r>
            <a:rPr lang="en-US" sz="1400" kern="1200" dirty="0"/>
            <a:t> to create &amp; validate Dashboard ready files</a:t>
          </a:r>
        </a:p>
      </dsp:txBody>
      <dsp:txXfrm>
        <a:off x="2978209" y="569260"/>
        <a:ext cx="3468403" cy="496603"/>
      </dsp:txXfrm>
    </dsp:sp>
    <dsp:sp modelId="{7A3BDF14-9758-4619-AAEC-53A4949B5058}">
      <dsp:nvSpPr>
        <dsp:cNvPr id="0" name=""/>
        <dsp:cNvSpPr/>
      </dsp:nvSpPr>
      <dsp:spPr>
        <a:xfrm>
          <a:off x="2951344" y="1161520"/>
          <a:ext cx="3522133" cy="550333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High Chances of </a:t>
          </a:r>
          <a:r>
            <a:rPr lang="en-US" sz="1400" kern="1200" dirty="0">
              <a:solidFill>
                <a:srgbClr val="FF0000"/>
              </a:solidFill>
            </a:rPr>
            <a:t>Human Error</a:t>
          </a:r>
          <a:endParaRPr lang="en-US" sz="1400" kern="1200" dirty="0"/>
        </a:p>
      </dsp:txBody>
      <dsp:txXfrm>
        <a:off x="2978209" y="1188385"/>
        <a:ext cx="3468403" cy="496603"/>
      </dsp:txXfrm>
    </dsp:sp>
    <dsp:sp modelId="{EDC9FDFD-0F98-4291-A748-53194BA86FBD}">
      <dsp:nvSpPr>
        <dsp:cNvPr id="0" name=""/>
        <dsp:cNvSpPr/>
      </dsp:nvSpPr>
      <dsp:spPr>
        <a:xfrm>
          <a:off x="2951344" y="1780645"/>
          <a:ext cx="3522133" cy="550333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Risk in </a:t>
          </a:r>
          <a:r>
            <a:rPr lang="en-US" sz="1400" kern="1200" dirty="0">
              <a:solidFill>
                <a:srgbClr val="FF0000"/>
              </a:solidFill>
            </a:rPr>
            <a:t>manual validation </a:t>
          </a:r>
          <a:r>
            <a:rPr lang="en-US" sz="1400" kern="1200" dirty="0"/>
            <a:t>as </a:t>
          </a:r>
          <a:r>
            <a:rPr lang="en-US" sz="1400" kern="1200" dirty="0">
              <a:solidFill>
                <a:srgbClr val="FF0000"/>
              </a:solidFill>
            </a:rPr>
            <a:t>multiple </a:t>
          </a:r>
          <a:r>
            <a:rPr lang="en-US" sz="1400" kern="1200" dirty="0"/>
            <a:t>steps are involved</a:t>
          </a:r>
        </a:p>
      </dsp:txBody>
      <dsp:txXfrm>
        <a:off x="2978209" y="1807510"/>
        <a:ext cx="3468403" cy="496603"/>
      </dsp:txXfrm>
    </dsp:sp>
    <dsp:sp modelId="{FA3E951F-7B46-49E6-BE70-AD3A404520BB}">
      <dsp:nvSpPr>
        <dsp:cNvPr id="0" name=""/>
        <dsp:cNvSpPr/>
      </dsp:nvSpPr>
      <dsp:spPr>
        <a:xfrm>
          <a:off x="2951344" y="2399770"/>
          <a:ext cx="3522133" cy="550333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Requires </a:t>
          </a:r>
          <a:r>
            <a:rPr lang="en-US" sz="1400" kern="1200" dirty="0">
              <a:solidFill>
                <a:srgbClr val="FF0000"/>
              </a:solidFill>
            </a:rPr>
            <a:t>more people </a:t>
          </a:r>
          <a:r>
            <a:rPr lang="en-US" sz="1400" kern="1200" dirty="0"/>
            <a:t>to complete task on time</a:t>
          </a:r>
        </a:p>
      </dsp:txBody>
      <dsp:txXfrm>
        <a:off x="2978209" y="2426635"/>
        <a:ext cx="3468403" cy="496603"/>
      </dsp:txXfrm>
    </dsp:sp>
    <dsp:sp modelId="{F7D6FD2B-96C1-430A-85E4-17F671B12B1D}">
      <dsp:nvSpPr>
        <dsp:cNvPr id="0" name=""/>
        <dsp:cNvSpPr/>
      </dsp:nvSpPr>
      <dsp:spPr>
        <a:xfrm>
          <a:off x="2951344" y="3018896"/>
          <a:ext cx="3522133" cy="550333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Chances of </a:t>
          </a:r>
          <a:r>
            <a:rPr lang="en-US" sz="1400" kern="1200" dirty="0">
              <a:solidFill>
                <a:srgbClr val="FF0000"/>
              </a:solidFill>
            </a:rPr>
            <a:t>wrong formatting, size &amp; naming convention</a:t>
          </a:r>
          <a:r>
            <a:rPr lang="en-US" sz="1400" kern="1200" dirty="0"/>
            <a:t> of files  </a:t>
          </a:r>
        </a:p>
      </dsp:txBody>
      <dsp:txXfrm>
        <a:off x="2978209" y="3045761"/>
        <a:ext cx="3468403" cy="496603"/>
      </dsp:txXfrm>
    </dsp:sp>
    <dsp:sp modelId="{096FA8EF-524B-420A-BDB2-25BAAD4852CE}">
      <dsp:nvSpPr>
        <dsp:cNvPr id="0" name=""/>
        <dsp:cNvSpPr/>
      </dsp:nvSpPr>
      <dsp:spPr>
        <a:xfrm>
          <a:off x="2951344" y="3638021"/>
          <a:ext cx="3522133" cy="550333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Dependency on Power BI dashboard to see activation %</a:t>
          </a:r>
        </a:p>
      </dsp:txBody>
      <dsp:txXfrm>
        <a:off x="2978209" y="3664886"/>
        <a:ext cx="3468403" cy="496603"/>
      </dsp:txXfrm>
    </dsp:sp>
    <dsp:sp modelId="{B878DDA7-4D6C-4B1E-99D9-9B90C8E61923}">
      <dsp:nvSpPr>
        <dsp:cNvPr id="0" name=""/>
        <dsp:cNvSpPr/>
      </dsp:nvSpPr>
      <dsp:spPr>
        <a:xfrm>
          <a:off x="2951344" y="4257146"/>
          <a:ext cx="3522133" cy="550333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rgbClr val="FF0000"/>
              </a:solidFill>
            </a:rPr>
            <a:t> Long and repetitive process </a:t>
          </a:r>
          <a:r>
            <a:rPr lang="en-US" sz="1400" kern="1200" dirty="0"/>
            <a:t>to follow </a:t>
          </a:r>
        </a:p>
      </dsp:txBody>
      <dsp:txXfrm>
        <a:off x="2978209" y="4284011"/>
        <a:ext cx="3468403" cy="49660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FD7DCE-E9AB-4E75-A896-3274A3D4B94F}">
      <dsp:nvSpPr>
        <dsp:cNvPr id="0" name=""/>
        <dsp:cNvSpPr/>
      </dsp:nvSpPr>
      <dsp:spPr>
        <a:xfrm>
          <a:off x="0" y="0"/>
          <a:ext cx="2932852" cy="1173140"/>
        </a:xfrm>
        <a:prstGeom prst="leftRightRibb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671523-7EE0-4356-B985-614F14CDD0F1}">
      <dsp:nvSpPr>
        <dsp:cNvPr id="0" name=""/>
        <dsp:cNvSpPr/>
      </dsp:nvSpPr>
      <dsp:spPr>
        <a:xfrm>
          <a:off x="365828" y="205299"/>
          <a:ext cx="967841" cy="574839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56896" rIns="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Challenges</a:t>
          </a:r>
        </a:p>
      </dsp:txBody>
      <dsp:txXfrm>
        <a:off x="365828" y="205299"/>
        <a:ext cx="967841" cy="574839"/>
      </dsp:txXfrm>
    </dsp:sp>
    <dsp:sp modelId="{E3627F01-4FE7-43B9-80C6-1ACC325B3EA2}">
      <dsp:nvSpPr>
        <dsp:cNvPr id="0" name=""/>
        <dsp:cNvSpPr/>
      </dsp:nvSpPr>
      <dsp:spPr>
        <a:xfrm>
          <a:off x="1480312" y="393002"/>
          <a:ext cx="1143812" cy="574839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56896" rIns="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Proposed Solution</a:t>
          </a:r>
        </a:p>
      </dsp:txBody>
      <dsp:txXfrm>
        <a:off x="1480312" y="393002"/>
        <a:ext cx="1143812" cy="57483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78BA20-486F-497B-9671-22DB8BF1CFF3}">
      <dsp:nvSpPr>
        <dsp:cNvPr id="0" name=""/>
        <dsp:cNvSpPr/>
      </dsp:nvSpPr>
      <dsp:spPr>
        <a:xfrm>
          <a:off x="0" y="3692752"/>
          <a:ext cx="3910901" cy="0"/>
        </a:xfrm>
        <a:prstGeom prst="line">
          <a:avLst/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6554C9-FAF3-4FAC-A7F1-BAEED297EB61}">
      <dsp:nvSpPr>
        <dsp:cNvPr id="0" name=""/>
        <dsp:cNvSpPr/>
      </dsp:nvSpPr>
      <dsp:spPr>
        <a:xfrm>
          <a:off x="0" y="2108056"/>
          <a:ext cx="3910901" cy="0"/>
        </a:xfrm>
        <a:prstGeom prst="line">
          <a:avLst/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E111EBB-44DC-492E-85C2-0698A8DE22E5}">
      <dsp:nvSpPr>
        <dsp:cNvPr id="0" name=""/>
        <dsp:cNvSpPr/>
      </dsp:nvSpPr>
      <dsp:spPr>
        <a:xfrm>
          <a:off x="0" y="521749"/>
          <a:ext cx="3910901" cy="0"/>
        </a:xfrm>
        <a:prstGeom prst="line">
          <a:avLst/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6C996F-A907-4DCA-BDB6-07C71BEEA13E}">
      <dsp:nvSpPr>
        <dsp:cNvPr id="0" name=""/>
        <dsp:cNvSpPr/>
      </dsp:nvSpPr>
      <dsp:spPr>
        <a:xfrm>
          <a:off x="529155" y="57129"/>
          <a:ext cx="2894066" cy="5052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b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rgbClr val="FF0000"/>
              </a:solidFill>
            </a:rPr>
            <a:t>PTA Automation Tool</a:t>
          </a:r>
        </a:p>
      </dsp:txBody>
      <dsp:txXfrm>
        <a:off x="529155" y="57129"/>
        <a:ext cx="2894066" cy="505262"/>
      </dsp:txXfrm>
    </dsp:sp>
    <dsp:sp modelId="{DFD7F2B6-B904-4C32-BF82-6B81F207CC11}">
      <dsp:nvSpPr>
        <dsp:cNvPr id="0" name=""/>
        <dsp:cNvSpPr/>
      </dsp:nvSpPr>
      <dsp:spPr>
        <a:xfrm>
          <a:off x="5" y="0"/>
          <a:ext cx="467997" cy="536735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 dirty="0">
            <a:solidFill>
              <a:srgbClr val="096082"/>
            </a:solidFill>
          </a:endParaRPr>
        </a:p>
      </dsp:txBody>
      <dsp:txXfrm>
        <a:off x="22855" y="22850"/>
        <a:ext cx="422297" cy="513885"/>
      </dsp:txXfrm>
    </dsp:sp>
    <dsp:sp modelId="{986F7082-77A5-4DC9-8967-BB1F7FA7F288}">
      <dsp:nvSpPr>
        <dsp:cNvPr id="0" name=""/>
        <dsp:cNvSpPr/>
      </dsp:nvSpPr>
      <dsp:spPr>
        <a:xfrm>
          <a:off x="0" y="537485"/>
          <a:ext cx="3910901" cy="10106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Creation of </a:t>
          </a:r>
          <a:r>
            <a:rPr lang="en-US" sz="1400" kern="1200" dirty="0">
              <a:highlight>
                <a:srgbClr val="FFFF00"/>
              </a:highlight>
            </a:rPr>
            <a:t>In-house Automation Tool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Objective - To create and validate dashboard ready files automatically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Works on single button click</a:t>
          </a:r>
        </a:p>
      </dsp:txBody>
      <dsp:txXfrm>
        <a:off x="0" y="537485"/>
        <a:ext cx="3910901" cy="1010676"/>
      </dsp:txXfrm>
    </dsp:sp>
    <dsp:sp modelId="{D4DA05CA-BCFE-48E9-9C9B-421C947985A0}">
      <dsp:nvSpPr>
        <dsp:cNvPr id="0" name=""/>
        <dsp:cNvSpPr/>
      </dsp:nvSpPr>
      <dsp:spPr>
        <a:xfrm>
          <a:off x="549471" y="1667962"/>
          <a:ext cx="2894066" cy="5052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b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rgbClr val="FF0000"/>
              </a:solidFill>
            </a:rPr>
            <a:t>Input &amp; Output</a:t>
          </a:r>
        </a:p>
      </dsp:txBody>
      <dsp:txXfrm>
        <a:off x="549471" y="1667962"/>
        <a:ext cx="2894066" cy="505262"/>
      </dsp:txXfrm>
    </dsp:sp>
    <dsp:sp modelId="{EF5F474B-BD9E-4415-A7AA-BD604421E770}">
      <dsp:nvSpPr>
        <dsp:cNvPr id="0" name=""/>
        <dsp:cNvSpPr/>
      </dsp:nvSpPr>
      <dsp:spPr>
        <a:xfrm>
          <a:off x="5" y="1549809"/>
          <a:ext cx="467997" cy="563999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 dirty="0">
            <a:solidFill>
              <a:srgbClr val="096082"/>
            </a:solidFill>
          </a:endParaRPr>
        </a:p>
      </dsp:txBody>
      <dsp:txXfrm>
        <a:off x="22855" y="1572659"/>
        <a:ext cx="422297" cy="541149"/>
      </dsp:txXfrm>
    </dsp:sp>
    <dsp:sp modelId="{B48B03D3-2A2B-4C4C-B9F6-073D315FBBF3}">
      <dsp:nvSpPr>
        <dsp:cNvPr id="0" name=""/>
        <dsp:cNvSpPr/>
      </dsp:nvSpPr>
      <dsp:spPr>
        <a:xfrm>
          <a:off x="0" y="2137425"/>
          <a:ext cx="3910901" cy="10106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Multiple raw PTA reports can be given as an input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Dashboard ready files can be downloaded for each MI as an output</a:t>
          </a:r>
        </a:p>
      </dsp:txBody>
      <dsp:txXfrm>
        <a:off x="0" y="2137425"/>
        <a:ext cx="3910901" cy="1010676"/>
      </dsp:txXfrm>
    </dsp:sp>
    <dsp:sp modelId="{3DEF2224-3A05-4102-B48A-AF0398EE74A0}">
      <dsp:nvSpPr>
        <dsp:cNvPr id="0" name=""/>
        <dsp:cNvSpPr/>
      </dsp:nvSpPr>
      <dsp:spPr>
        <a:xfrm>
          <a:off x="518996" y="3248444"/>
          <a:ext cx="2894066" cy="5052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b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rgbClr val="FF0000"/>
              </a:solidFill>
            </a:rPr>
            <a:t>Dashboard </a:t>
          </a:r>
        </a:p>
      </dsp:txBody>
      <dsp:txXfrm>
        <a:off x="518996" y="3248444"/>
        <a:ext cx="2894066" cy="505262"/>
      </dsp:txXfrm>
    </dsp:sp>
    <dsp:sp modelId="{C7735192-9F98-4E3A-BA48-7B693A5ADCC5}">
      <dsp:nvSpPr>
        <dsp:cNvPr id="0" name=""/>
        <dsp:cNvSpPr/>
      </dsp:nvSpPr>
      <dsp:spPr>
        <a:xfrm>
          <a:off x="5" y="3163461"/>
          <a:ext cx="467997" cy="533511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>
            <a:solidFill>
              <a:srgbClr val="096082"/>
            </a:solidFill>
          </a:endParaRPr>
        </a:p>
      </dsp:txBody>
      <dsp:txXfrm>
        <a:off x="22855" y="3186311"/>
        <a:ext cx="422297" cy="510661"/>
      </dsp:txXfrm>
    </dsp:sp>
    <dsp:sp modelId="{EFC1666F-410B-4CC8-8C44-9BAD1E559F2D}">
      <dsp:nvSpPr>
        <dsp:cNvPr id="0" name=""/>
        <dsp:cNvSpPr/>
      </dsp:nvSpPr>
      <dsp:spPr>
        <a:xfrm>
          <a:off x="0" y="3706876"/>
          <a:ext cx="3910901" cy="10106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Creation of our own dashboard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No need to wait for dashboard refresh to see activation details</a:t>
          </a:r>
        </a:p>
      </dsp:txBody>
      <dsp:txXfrm>
        <a:off x="0" y="3706876"/>
        <a:ext cx="3910901" cy="101067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EB44FB-9AB2-4537-A196-7EC41AC56FB5}">
      <dsp:nvSpPr>
        <dsp:cNvPr id="0" name=""/>
        <dsp:cNvSpPr/>
      </dsp:nvSpPr>
      <dsp:spPr>
        <a:xfrm>
          <a:off x="-2126427" y="-329220"/>
          <a:ext cx="2541119" cy="2541119"/>
        </a:xfrm>
        <a:prstGeom prst="blockArc">
          <a:avLst>
            <a:gd name="adj1" fmla="val 18900000"/>
            <a:gd name="adj2" fmla="val 2700000"/>
            <a:gd name="adj3" fmla="val 850"/>
          </a:avLst>
        </a:prstGeom>
        <a:noFill/>
        <a:ln w="12700" cap="flat" cmpd="sng" algn="ctr">
          <a:solidFill>
            <a:schemeClr val="tx2">
              <a:lumMod val="75000"/>
              <a:lumOff val="2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01E0D36-0575-4875-A291-A168303AC3D2}">
      <dsp:nvSpPr>
        <dsp:cNvPr id="0" name=""/>
        <dsp:cNvSpPr/>
      </dsp:nvSpPr>
      <dsp:spPr>
        <a:xfrm>
          <a:off x="266561" y="188267"/>
          <a:ext cx="5520953" cy="376535"/>
        </a:xfrm>
        <a:prstGeom prst="rect">
          <a:avLst/>
        </a:prstGeom>
        <a:solidFill>
          <a:srgbClr val="096082"/>
        </a:solidFill>
        <a:ln w="12700" cap="flat" cmpd="sng" algn="ctr">
          <a:solidFill>
            <a:schemeClr val="tx2">
              <a:lumMod val="75000"/>
              <a:lumOff val="2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875" tIns="30480" rIns="30480" bIns="3048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 dirty="0">
              <a:solidFill>
                <a:schemeClr val="bg1"/>
              </a:solidFill>
            </a:rPr>
            <a:t>Must have </a:t>
          </a:r>
          <a:r>
            <a:rPr lang="en-US" sz="1200" b="1" kern="1200" dirty="0">
              <a:solidFill>
                <a:srgbClr val="FFFF00"/>
              </a:solidFill>
            </a:rPr>
            <a:t>Python version </a:t>
          </a:r>
          <a:r>
            <a:rPr lang="en-IN" sz="1200" b="1" kern="1200" dirty="0">
              <a:solidFill>
                <a:srgbClr val="FFFF00"/>
              </a:solidFill>
            </a:rPr>
            <a:t>3.13 </a:t>
          </a:r>
          <a:r>
            <a:rPr lang="en-IN" sz="1200" b="0" kern="1200" dirty="0">
              <a:solidFill>
                <a:schemeClr val="bg1"/>
              </a:solidFill>
            </a:rPr>
            <a:t>(64-bit) installed in your system.</a:t>
          </a:r>
        </a:p>
      </dsp:txBody>
      <dsp:txXfrm>
        <a:off x="266561" y="188267"/>
        <a:ext cx="5520953" cy="376535"/>
      </dsp:txXfrm>
    </dsp:sp>
    <dsp:sp modelId="{8AC349E9-8697-415F-9934-F11AEB6ECED6}">
      <dsp:nvSpPr>
        <dsp:cNvPr id="0" name=""/>
        <dsp:cNvSpPr/>
      </dsp:nvSpPr>
      <dsp:spPr>
        <a:xfrm>
          <a:off x="31227" y="141200"/>
          <a:ext cx="470669" cy="47066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2">
              <a:lumMod val="75000"/>
              <a:lumOff val="2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FE24E3-BB0F-456F-805E-21C291844D9D}">
      <dsp:nvSpPr>
        <dsp:cNvPr id="0" name=""/>
        <dsp:cNvSpPr/>
      </dsp:nvSpPr>
      <dsp:spPr>
        <a:xfrm>
          <a:off x="403432" y="753071"/>
          <a:ext cx="5384082" cy="376535"/>
        </a:xfrm>
        <a:prstGeom prst="rect">
          <a:avLst/>
        </a:prstGeom>
        <a:solidFill>
          <a:srgbClr val="096082"/>
        </a:solidFill>
        <a:ln w="12700" cap="flat" cmpd="sng" algn="ctr">
          <a:solidFill>
            <a:schemeClr val="tx2">
              <a:lumMod val="75000"/>
              <a:lumOff val="2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875" tIns="30480" rIns="30480" bIns="3048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bg1"/>
              </a:solidFill>
            </a:rPr>
            <a:t>Must have the PTA Python code folder in your system.</a:t>
          </a:r>
          <a:endParaRPr lang="en-IN" sz="1200" kern="1200" dirty="0">
            <a:solidFill>
              <a:schemeClr val="tx1"/>
            </a:solidFill>
          </a:endParaRPr>
        </a:p>
      </dsp:txBody>
      <dsp:txXfrm>
        <a:off x="403432" y="753071"/>
        <a:ext cx="5384082" cy="376535"/>
      </dsp:txXfrm>
    </dsp:sp>
    <dsp:sp modelId="{F77B08C3-52D2-43FA-AFAE-2F96FA679751}">
      <dsp:nvSpPr>
        <dsp:cNvPr id="0" name=""/>
        <dsp:cNvSpPr/>
      </dsp:nvSpPr>
      <dsp:spPr>
        <a:xfrm>
          <a:off x="168097" y="706004"/>
          <a:ext cx="470669" cy="47066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2">
              <a:lumMod val="75000"/>
              <a:lumOff val="2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AE30B6-8247-4AF9-B30A-AFEF627B8CDC}">
      <dsp:nvSpPr>
        <dsp:cNvPr id="0" name=""/>
        <dsp:cNvSpPr/>
      </dsp:nvSpPr>
      <dsp:spPr>
        <a:xfrm>
          <a:off x="266561" y="1317874"/>
          <a:ext cx="5520953" cy="376535"/>
        </a:xfrm>
        <a:prstGeom prst="rect">
          <a:avLst/>
        </a:prstGeom>
        <a:solidFill>
          <a:srgbClr val="096082"/>
        </a:solidFill>
        <a:ln w="12700" cap="flat" cmpd="sng" algn="ctr">
          <a:solidFill>
            <a:schemeClr val="tx2">
              <a:lumMod val="75000"/>
              <a:lumOff val="2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875" tIns="30480" rIns="30480" bIns="3048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bg1"/>
              </a:solidFill>
            </a:rPr>
            <a:t>Have </a:t>
          </a:r>
          <a:r>
            <a:rPr lang="en-US" sz="1200" kern="1200" dirty="0">
              <a:solidFill>
                <a:srgbClr val="FFFF00"/>
              </a:solidFill>
            </a:rPr>
            <a:t>VS code </a:t>
          </a:r>
          <a:r>
            <a:rPr lang="en-US" sz="1200" kern="1200" dirty="0">
              <a:solidFill>
                <a:schemeClr val="bg1"/>
              </a:solidFill>
            </a:rPr>
            <a:t>in your system and should know 2-3 commands to run this tool.</a:t>
          </a:r>
          <a:endParaRPr lang="en-IN" sz="1200" kern="1200" dirty="0">
            <a:solidFill>
              <a:schemeClr val="bg1"/>
            </a:solidFill>
          </a:endParaRPr>
        </a:p>
      </dsp:txBody>
      <dsp:txXfrm>
        <a:off x="266561" y="1317874"/>
        <a:ext cx="5520953" cy="376535"/>
      </dsp:txXfrm>
    </dsp:sp>
    <dsp:sp modelId="{5CFFB6DC-06CE-4BE4-A90A-9FC8F8DF723E}">
      <dsp:nvSpPr>
        <dsp:cNvPr id="0" name=""/>
        <dsp:cNvSpPr/>
      </dsp:nvSpPr>
      <dsp:spPr>
        <a:xfrm>
          <a:off x="31227" y="1270807"/>
          <a:ext cx="470669" cy="47066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2">
              <a:lumMod val="75000"/>
              <a:lumOff val="2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02375A-975B-4521-9F72-619E49FD00E5}">
      <dsp:nvSpPr>
        <dsp:cNvPr id="0" name=""/>
        <dsp:cNvSpPr/>
      </dsp:nvSpPr>
      <dsp:spPr>
        <a:xfrm>
          <a:off x="0" y="1213412"/>
          <a:ext cx="1418081" cy="1287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35560" rIns="99568" bIns="35560" numCol="1" spcCol="1270" anchor="ctr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FF0000"/>
              </a:solidFill>
            </a:rPr>
            <a:t>Reports Requirement</a:t>
          </a:r>
        </a:p>
      </dsp:txBody>
      <dsp:txXfrm>
        <a:off x="0" y="1213412"/>
        <a:ext cx="1418081" cy="1287000"/>
      </dsp:txXfrm>
    </dsp:sp>
    <dsp:sp modelId="{978B081A-3578-408F-9797-D7D9F83ACFC8}">
      <dsp:nvSpPr>
        <dsp:cNvPr id="0" name=""/>
        <dsp:cNvSpPr/>
      </dsp:nvSpPr>
      <dsp:spPr>
        <a:xfrm>
          <a:off x="1418081" y="771006"/>
          <a:ext cx="283616" cy="2171812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289A9D-EAA2-402D-8DBF-C10467BEDC95}">
      <dsp:nvSpPr>
        <dsp:cNvPr id="0" name=""/>
        <dsp:cNvSpPr/>
      </dsp:nvSpPr>
      <dsp:spPr>
        <a:xfrm>
          <a:off x="1815144" y="726223"/>
          <a:ext cx="3857183" cy="2261378"/>
        </a:xfrm>
        <a:prstGeom prst="rect">
          <a:avLst/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12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b="0" i="0" kern="1200" dirty="0"/>
            <a:t>Need a detailed report for all the field inactivation status.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b="0" i="0" kern="1200" dirty="0"/>
            <a:t>Need individual field inactivation data reports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b="0" i="0" kern="1200" dirty="0"/>
            <a:t>Below details must be there in the reports</a:t>
          </a:r>
          <a:br>
            <a:rPr lang="en-US" sz="1400" b="0" i="0" kern="1200" dirty="0"/>
          </a:br>
          <a:r>
            <a:rPr lang="en-US" sz="1400" b="0" i="0" kern="1200" dirty="0"/>
            <a:t>- NSN, Active/Inactive, MI Number, MI Name, Coop, Field Office, O/O Name, O/O Phone Number, O/O Email, STIM Name, FBP Name, FBP Phone Number, FBP Email 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1400" b="0" i="0" kern="1200" dirty="0"/>
        </a:p>
      </dsp:txBody>
      <dsp:txXfrm>
        <a:off x="1815144" y="726223"/>
        <a:ext cx="3857183" cy="2261378"/>
      </dsp:txXfrm>
    </dsp:sp>
    <dsp:sp modelId="{68D2CCC0-2F98-4B7A-9D48-CB4143F46A22}">
      <dsp:nvSpPr>
        <dsp:cNvPr id="0" name=""/>
        <dsp:cNvSpPr/>
      </dsp:nvSpPr>
      <dsp:spPr>
        <a:xfrm>
          <a:off x="0" y="3226100"/>
          <a:ext cx="1418081" cy="1287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35560" rIns="99568" bIns="35560" numCol="1" spcCol="1270" anchor="ctr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FF0000"/>
              </a:solidFill>
            </a:rPr>
            <a:t>Field-wise Dashboard Requirement</a:t>
          </a:r>
        </a:p>
      </dsp:txBody>
      <dsp:txXfrm>
        <a:off x="0" y="3226100"/>
        <a:ext cx="1418081" cy="1287000"/>
      </dsp:txXfrm>
    </dsp:sp>
    <dsp:sp modelId="{F65F0559-24A4-43E7-8FB7-F9CAC69751CC}">
      <dsp:nvSpPr>
        <dsp:cNvPr id="0" name=""/>
        <dsp:cNvSpPr/>
      </dsp:nvSpPr>
      <dsp:spPr>
        <a:xfrm>
          <a:off x="1418081" y="3226100"/>
          <a:ext cx="283616" cy="1287000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C43BEE-8A8D-44F1-B9E2-E4C67669DFD3}">
      <dsp:nvSpPr>
        <dsp:cNvPr id="0" name=""/>
        <dsp:cNvSpPr/>
      </dsp:nvSpPr>
      <dsp:spPr>
        <a:xfrm>
          <a:off x="1815144" y="3221601"/>
          <a:ext cx="3857183" cy="1295996"/>
        </a:xfrm>
        <a:prstGeom prst="rect">
          <a:avLst/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Our own dashboard to see inactivation details field-wise.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Also, we can download each field data separately from dashboard.</a:t>
          </a:r>
        </a:p>
      </dsp:txBody>
      <dsp:txXfrm>
        <a:off x="1815144" y="3221601"/>
        <a:ext cx="3857183" cy="129599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02375A-975B-4521-9F72-619E49FD00E5}">
      <dsp:nvSpPr>
        <dsp:cNvPr id="0" name=""/>
        <dsp:cNvSpPr/>
      </dsp:nvSpPr>
      <dsp:spPr>
        <a:xfrm>
          <a:off x="0" y="1163534"/>
          <a:ext cx="1473200" cy="1287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35560" rIns="99568" bIns="35560" numCol="1" spcCol="1270" anchor="ctr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FF0000"/>
              </a:solidFill>
            </a:rPr>
            <a:t>Enhancement in Original PTA Tool</a:t>
          </a:r>
        </a:p>
      </dsp:txBody>
      <dsp:txXfrm>
        <a:off x="0" y="1163534"/>
        <a:ext cx="1473200" cy="1287000"/>
      </dsp:txXfrm>
    </dsp:sp>
    <dsp:sp modelId="{978B081A-3578-408F-9797-D7D9F83ACFC8}">
      <dsp:nvSpPr>
        <dsp:cNvPr id="0" name=""/>
        <dsp:cNvSpPr/>
      </dsp:nvSpPr>
      <dsp:spPr>
        <a:xfrm>
          <a:off x="1473199" y="902112"/>
          <a:ext cx="294640" cy="1809843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289A9D-EAA2-402D-8DBF-C10467BEDC95}">
      <dsp:nvSpPr>
        <dsp:cNvPr id="0" name=""/>
        <dsp:cNvSpPr/>
      </dsp:nvSpPr>
      <dsp:spPr>
        <a:xfrm>
          <a:off x="1865376" y="670706"/>
          <a:ext cx="4007104" cy="22320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/>
            <a:t>Stage 1 - Collated all the </a:t>
          </a:r>
          <a:r>
            <a:rPr lang="en-US" sz="1400" kern="1200" dirty="0">
              <a:solidFill>
                <a:srgbClr val="FFFF00"/>
              </a:solidFill>
              <a:highlight>
                <a:srgbClr val="096082"/>
              </a:highlight>
            </a:rPr>
            <a:t>fixed data </a:t>
          </a:r>
          <a:r>
            <a:rPr lang="en-US" sz="1400" kern="1200" dirty="0">
              <a:highlight>
                <a:srgbClr val="096082"/>
              </a:highlight>
            </a:rPr>
            <a:t>of NSN details</a:t>
          </a:r>
          <a:r>
            <a:rPr lang="en-US" sz="1400" kern="1200" dirty="0"/>
            <a:t>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/>
            <a:t>Stage 2 - Prepared a script to </a:t>
          </a:r>
          <a:r>
            <a:rPr lang="en-US" sz="1400" kern="1200" dirty="0">
              <a:solidFill>
                <a:srgbClr val="FFFF00"/>
              </a:solidFill>
              <a:highlight>
                <a:srgbClr val="096082"/>
              </a:highlight>
            </a:rPr>
            <a:t>merge the raw reports </a:t>
          </a:r>
          <a:r>
            <a:rPr lang="en-US" sz="1400" kern="1200" dirty="0"/>
            <a:t>and fixed data.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/>
            <a:t>Stage </a:t>
          </a:r>
          <a:r>
            <a:rPr lang="en-US" sz="1400" kern="1200" dirty="0">
              <a:highlight>
                <a:srgbClr val="096082"/>
              </a:highlight>
            </a:rPr>
            <a:t>3 -  Enhance </a:t>
          </a:r>
          <a:r>
            <a:rPr lang="en-US" sz="1400" kern="1200" dirty="0"/>
            <a:t>the script to give the collated data of </a:t>
          </a:r>
          <a:r>
            <a:rPr lang="en-US" sz="1400" kern="1200" dirty="0">
              <a:solidFill>
                <a:srgbClr val="FFFF00"/>
              </a:solidFill>
              <a:highlight>
                <a:srgbClr val="096082"/>
              </a:highlight>
            </a:rPr>
            <a:t>all field </a:t>
          </a:r>
          <a:r>
            <a:rPr lang="en-US" sz="1400" kern="1200" dirty="0">
              <a:highlight>
                <a:srgbClr val="096082"/>
              </a:highlight>
            </a:rPr>
            <a:t>in </a:t>
          </a:r>
          <a:r>
            <a:rPr lang="en-US" sz="1400" kern="1200" dirty="0"/>
            <a:t>one file.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>
              <a:highlight>
                <a:srgbClr val="096082"/>
              </a:highlight>
            </a:rPr>
            <a:t>Stage 4 - Chage the script to provide data for fields </a:t>
          </a:r>
          <a:r>
            <a:rPr lang="en-US" sz="1400" kern="1200" dirty="0">
              <a:solidFill>
                <a:srgbClr val="FFFF00"/>
              </a:solidFill>
              <a:highlight>
                <a:srgbClr val="096082"/>
              </a:highlight>
            </a:rPr>
            <a:t>individually (only inactive).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/>
            <a:t>Stage 5 - Prepared </a:t>
          </a:r>
          <a:r>
            <a:rPr lang="en-US" sz="1400" kern="1200" dirty="0">
              <a:solidFill>
                <a:srgbClr val="FFFF00"/>
              </a:solidFill>
              <a:highlight>
                <a:srgbClr val="096082"/>
              </a:highlight>
            </a:rPr>
            <a:t>UI</a:t>
          </a:r>
          <a:r>
            <a:rPr lang="en-US" sz="1400" kern="1200" dirty="0">
              <a:solidFill>
                <a:srgbClr val="FF0000"/>
              </a:solidFill>
              <a:highlight>
                <a:srgbClr val="096082"/>
              </a:highlight>
            </a:rPr>
            <a:t> </a:t>
          </a:r>
          <a:r>
            <a:rPr lang="en-US" sz="1400" kern="1200" dirty="0"/>
            <a:t>for tool to make it user friendly</a:t>
          </a:r>
          <a:r>
            <a:rPr lang="en-US" sz="1200" kern="1200" dirty="0"/>
            <a:t>.</a:t>
          </a:r>
        </a:p>
      </dsp:txBody>
      <dsp:txXfrm>
        <a:off x="1865376" y="670706"/>
        <a:ext cx="4007104" cy="2232007"/>
      </dsp:txXfrm>
    </dsp:sp>
    <dsp:sp modelId="{68D2CCC0-2F98-4B7A-9D48-CB4143F46A22}">
      <dsp:nvSpPr>
        <dsp:cNvPr id="0" name=""/>
        <dsp:cNvSpPr/>
      </dsp:nvSpPr>
      <dsp:spPr>
        <a:xfrm>
          <a:off x="0" y="3179541"/>
          <a:ext cx="1473200" cy="1287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35560" rIns="99568" bIns="35560" numCol="1" spcCol="1270" anchor="ctr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FF0000"/>
              </a:solidFill>
            </a:rPr>
            <a:t>Field-wise Inactivation Details Dashboard</a:t>
          </a:r>
        </a:p>
      </dsp:txBody>
      <dsp:txXfrm>
        <a:off x="0" y="3179541"/>
        <a:ext cx="1473200" cy="1287000"/>
      </dsp:txXfrm>
    </dsp:sp>
    <dsp:sp modelId="{F65F0559-24A4-43E7-8FB7-F9CAC69751CC}">
      <dsp:nvSpPr>
        <dsp:cNvPr id="0" name=""/>
        <dsp:cNvSpPr/>
      </dsp:nvSpPr>
      <dsp:spPr>
        <a:xfrm>
          <a:off x="1473199" y="3179541"/>
          <a:ext cx="294640" cy="1287000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C43BEE-8A8D-44F1-B9E2-E4C67669DFD3}">
      <dsp:nvSpPr>
        <dsp:cNvPr id="0" name=""/>
        <dsp:cNvSpPr/>
      </dsp:nvSpPr>
      <dsp:spPr>
        <a:xfrm>
          <a:off x="1885695" y="3139883"/>
          <a:ext cx="4007104" cy="13320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Created a </a:t>
          </a:r>
          <a:r>
            <a:rPr lang="en-US" sz="1400" kern="1200" dirty="0">
              <a:solidFill>
                <a:srgbClr val="FFFF00"/>
              </a:solidFill>
              <a:highlight>
                <a:srgbClr val="096082"/>
              </a:highlight>
            </a:rPr>
            <a:t>dynamic dashboard </a:t>
          </a:r>
          <a:r>
            <a:rPr lang="en-US" sz="1400" kern="1200" dirty="0"/>
            <a:t>to see field-wise data.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Also, we can download individual field data for </a:t>
          </a:r>
          <a:r>
            <a:rPr lang="en-US" sz="1400" kern="1200" dirty="0">
              <a:solidFill>
                <a:srgbClr val="FFFF00"/>
              </a:solidFill>
              <a:highlight>
                <a:srgbClr val="096082"/>
              </a:highlight>
            </a:rPr>
            <a:t>STIMs &amp; Client use.</a:t>
          </a:r>
        </a:p>
      </dsp:txBody>
      <dsp:txXfrm>
        <a:off x="1885695" y="3139883"/>
        <a:ext cx="4007104" cy="133200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7AF05F-FBA8-4C2A-A18C-FC0DADFA7944}">
      <dsp:nvSpPr>
        <dsp:cNvPr id="0" name=""/>
        <dsp:cNvSpPr/>
      </dsp:nvSpPr>
      <dsp:spPr>
        <a:xfrm>
          <a:off x="808" y="251494"/>
          <a:ext cx="1565412" cy="604249"/>
        </a:xfrm>
        <a:prstGeom prst="chevron">
          <a:avLst>
            <a:gd name="adj" fmla="val 4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BE25A1-D4BB-40A4-8E32-3FD62169834B}">
      <dsp:nvSpPr>
        <dsp:cNvPr id="0" name=""/>
        <dsp:cNvSpPr/>
      </dsp:nvSpPr>
      <dsp:spPr>
        <a:xfrm>
          <a:off x="418251" y="402556"/>
          <a:ext cx="1321903" cy="6042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Generate Raw File from RFM2</a:t>
          </a:r>
          <a:endParaRPr lang="en-IN" sz="1200" kern="1200" dirty="0"/>
        </a:p>
      </dsp:txBody>
      <dsp:txXfrm>
        <a:off x="435949" y="420254"/>
        <a:ext cx="1286507" cy="568853"/>
      </dsp:txXfrm>
    </dsp:sp>
    <dsp:sp modelId="{27DBDE33-9BE4-478C-A126-CBAC104593A4}">
      <dsp:nvSpPr>
        <dsp:cNvPr id="0" name=""/>
        <dsp:cNvSpPr/>
      </dsp:nvSpPr>
      <dsp:spPr>
        <a:xfrm>
          <a:off x="1788857" y="251494"/>
          <a:ext cx="1565412" cy="604249"/>
        </a:xfrm>
        <a:prstGeom prst="chevron">
          <a:avLst>
            <a:gd name="adj" fmla="val 40000"/>
          </a:avLst>
        </a:prstGeom>
        <a:solidFill>
          <a:srgbClr val="FF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FFC07C-8118-40A2-BE7E-B6A36320058D}">
      <dsp:nvSpPr>
        <dsp:cNvPr id="0" name=""/>
        <dsp:cNvSpPr/>
      </dsp:nvSpPr>
      <dsp:spPr>
        <a:xfrm>
          <a:off x="2206300" y="402556"/>
          <a:ext cx="1321903" cy="6042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Split Menu Item</a:t>
          </a:r>
          <a:endParaRPr lang="en-IN" sz="1200" kern="1200" dirty="0"/>
        </a:p>
      </dsp:txBody>
      <dsp:txXfrm>
        <a:off x="2223998" y="420254"/>
        <a:ext cx="1286507" cy="568853"/>
      </dsp:txXfrm>
    </dsp:sp>
    <dsp:sp modelId="{02D3D849-1191-4E29-A0AE-65D8524F0F91}">
      <dsp:nvSpPr>
        <dsp:cNvPr id="0" name=""/>
        <dsp:cNvSpPr/>
      </dsp:nvSpPr>
      <dsp:spPr>
        <a:xfrm>
          <a:off x="3576906" y="251494"/>
          <a:ext cx="1565412" cy="604249"/>
        </a:xfrm>
        <a:prstGeom prst="chevron">
          <a:avLst>
            <a:gd name="adj" fmla="val 40000"/>
          </a:avLst>
        </a:prstGeom>
        <a:solidFill>
          <a:srgbClr val="FF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48211D-9998-482A-A379-59FAD61CCB46}">
      <dsp:nvSpPr>
        <dsp:cNvPr id="0" name=""/>
        <dsp:cNvSpPr/>
      </dsp:nvSpPr>
      <dsp:spPr>
        <a:xfrm>
          <a:off x="3994349" y="402556"/>
          <a:ext cx="1321903" cy="6042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File Conversion (Dashboard ready</a:t>
          </a:r>
          <a:r>
            <a:rPr lang="en-US" sz="1100" kern="1200" dirty="0"/>
            <a:t>)</a:t>
          </a:r>
          <a:endParaRPr lang="en-IN" sz="1100" kern="1200" dirty="0"/>
        </a:p>
      </dsp:txBody>
      <dsp:txXfrm>
        <a:off x="4012047" y="420254"/>
        <a:ext cx="1286507" cy="568853"/>
      </dsp:txXfrm>
    </dsp:sp>
    <dsp:sp modelId="{8CBDF955-47B9-4B6A-A88B-9F1112CFFD7E}">
      <dsp:nvSpPr>
        <dsp:cNvPr id="0" name=""/>
        <dsp:cNvSpPr/>
      </dsp:nvSpPr>
      <dsp:spPr>
        <a:xfrm>
          <a:off x="5364954" y="251494"/>
          <a:ext cx="1565412" cy="604249"/>
        </a:xfrm>
        <a:prstGeom prst="chevron">
          <a:avLst>
            <a:gd name="adj" fmla="val 40000"/>
          </a:avLst>
        </a:prstGeom>
        <a:solidFill>
          <a:srgbClr val="FF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94EAFD-97C2-4A23-80C4-1FAF4217BE0E}">
      <dsp:nvSpPr>
        <dsp:cNvPr id="0" name=""/>
        <dsp:cNvSpPr/>
      </dsp:nvSpPr>
      <dsp:spPr>
        <a:xfrm>
          <a:off x="5782398" y="402556"/>
          <a:ext cx="1321903" cy="6042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Field Wise Data File (Client requirement</a:t>
          </a:r>
          <a:r>
            <a:rPr lang="en-US" sz="1000" kern="1200" dirty="0"/>
            <a:t>)</a:t>
          </a:r>
          <a:endParaRPr lang="en-IN" sz="1000" kern="1200" dirty="0"/>
        </a:p>
      </dsp:txBody>
      <dsp:txXfrm>
        <a:off x="5800096" y="420254"/>
        <a:ext cx="1286507" cy="568853"/>
      </dsp:txXfrm>
    </dsp:sp>
    <dsp:sp modelId="{4CFB87C3-67C2-40C4-837E-57D4D5E2A514}">
      <dsp:nvSpPr>
        <dsp:cNvPr id="0" name=""/>
        <dsp:cNvSpPr/>
      </dsp:nvSpPr>
      <dsp:spPr>
        <a:xfrm>
          <a:off x="7153003" y="251494"/>
          <a:ext cx="1565412" cy="604249"/>
        </a:xfrm>
        <a:prstGeom prst="chevron">
          <a:avLst>
            <a:gd name="adj" fmla="val 40000"/>
          </a:avLst>
        </a:prstGeom>
        <a:solidFill>
          <a:srgbClr val="FF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289FC7-496E-490D-9065-D93F8A294803}">
      <dsp:nvSpPr>
        <dsp:cNvPr id="0" name=""/>
        <dsp:cNvSpPr/>
      </dsp:nvSpPr>
      <dsp:spPr>
        <a:xfrm>
          <a:off x="7570446" y="402556"/>
          <a:ext cx="1321903" cy="6042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Files Validation </a:t>
          </a:r>
          <a:endParaRPr lang="en-IN" sz="1200" kern="1200" dirty="0"/>
        </a:p>
      </dsp:txBody>
      <dsp:txXfrm>
        <a:off x="7588144" y="420254"/>
        <a:ext cx="1286507" cy="568853"/>
      </dsp:txXfrm>
    </dsp:sp>
    <dsp:sp modelId="{C64DFD95-E79D-42A3-9C5B-B0EEA2E3C5D5}">
      <dsp:nvSpPr>
        <dsp:cNvPr id="0" name=""/>
        <dsp:cNvSpPr/>
      </dsp:nvSpPr>
      <dsp:spPr>
        <a:xfrm>
          <a:off x="8941052" y="251494"/>
          <a:ext cx="1565412" cy="604249"/>
        </a:xfrm>
        <a:prstGeom prst="chevron">
          <a:avLst>
            <a:gd name="adj" fmla="val 4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FC20D0-C6F2-4B57-B841-EF08BFD85FF4}">
      <dsp:nvSpPr>
        <dsp:cNvPr id="0" name=""/>
        <dsp:cNvSpPr/>
      </dsp:nvSpPr>
      <dsp:spPr>
        <a:xfrm>
          <a:off x="9358495" y="402556"/>
          <a:ext cx="1321903" cy="6042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Check  Activation% on Dashboard</a:t>
          </a:r>
          <a:endParaRPr lang="en-IN" sz="1200" kern="1200" dirty="0"/>
        </a:p>
      </dsp:txBody>
      <dsp:txXfrm>
        <a:off x="9376193" y="420254"/>
        <a:ext cx="1286507" cy="568853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7AF05F-FBA8-4C2A-A18C-FC0DADFA7944}">
      <dsp:nvSpPr>
        <dsp:cNvPr id="0" name=""/>
        <dsp:cNvSpPr/>
      </dsp:nvSpPr>
      <dsp:spPr>
        <a:xfrm>
          <a:off x="808" y="218911"/>
          <a:ext cx="1565412" cy="604249"/>
        </a:xfrm>
        <a:prstGeom prst="chevron">
          <a:avLst>
            <a:gd name="adj" fmla="val 4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BE25A1-D4BB-40A4-8E32-3FD62169834B}">
      <dsp:nvSpPr>
        <dsp:cNvPr id="0" name=""/>
        <dsp:cNvSpPr/>
      </dsp:nvSpPr>
      <dsp:spPr>
        <a:xfrm>
          <a:off x="418251" y="369973"/>
          <a:ext cx="1321903" cy="6042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Generate Raw File from RFM 2</a:t>
          </a:r>
          <a:endParaRPr lang="en-IN" sz="1200" kern="1200" dirty="0"/>
        </a:p>
      </dsp:txBody>
      <dsp:txXfrm>
        <a:off x="435949" y="387671"/>
        <a:ext cx="1286507" cy="568853"/>
      </dsp:txXfrm>
    </dsp:sp>
    <dsp:sp modelId="{27DBDE33-9BE4-478C-A126-CBAC104593A4}">
      <dsp:nvSpPr>
        <dsp:cNvPr id="0" name=""/>
        <dsp:cNvSpPr/>
      </dsp:nvSpPr>
      <dsp:spPr>
        <a:xfrm>
          <a:off x="1788857" y="218911"/>
          <a:ext cx="1565412" cy="604249"/>
        </a:xfrm>
        <a:prstGeom prst="chevron">
          <a:avLst>
            <a:gd name="adj" fmla="val 40000"/>
          </a:avLst>
        </a:prstGeom>
        <a:solidFill>
          <a:schemeClr val="accent3">
            <a:lumMod val="60000"/>
            <a:lumOff val="4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FFC07C-8118-40A2-BE7E-B6A36320058D}">
      <dsp:nvSpPr>
        <dsp:cNvPr id="0" name=""/>
        <dsp:cNvSpPr/>
      </dsp:nvSpPr>
      <dsp:spPr>
        <a:xfrm>
          <a:off x="2206300" y="369973"/>
          <a:ext cx="1321903" cy="6042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Give Input to PTA Tool – Raw File</a:t>
          </a:r>
          <a:endParaRPr lang="en-IN" sz="1200" kern="1200" dirty="0"/>
        </a:p>
      </dsp:txBody>
      <dsp:txXfrm>
        <a:off x="2223998" y="387671"/>
        <a:ext cx="1286507" cy="568853"/>
      </dsp:txXfrm>
    </dsp:sp>
    <dsp:sp modelId="{02D3D849-1191-4E29-A0AE-65D8524F0F91}">
      <dsp:nvSpPr>
        <dsp:cNvPr id="0" name=""/>
        <dsp:cNvSpPr/>
      </dsp:nvSpPr>
      <dsp:spPr>
        <a:xfrm>
          <a:off x="3576906" y="218911"/>
          <a:ext cx="1565412" cy="604249"/>
        </a:xfrm>
        <a:prstGeom prst="chevron">
          <a:avLst>
            <a:gd name="adj" fmla="val 40000"/>
          </a:avLst>
        </a:prstGeom>
        <a:solidFill>
          <a:schemeClr val="accent3">
            <a:lumMod val="60000"/>
            <a:lumOff val="4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48211D-9998-482A-A379-59FAD61CCB46}">
      <dsp:nvSpPr>
        <dsp:cNvPr id="0" name=""/>
        <dsp:cNvSpPr/>
      </dsp:nvSpPr>
      <dsp:spPr>
        <a:xfrm>
          <a:off x="3994349" y="369973"/>
          <a:ext cx="1321903" cy="6042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Get output – Both Dashboard Ready, Field-wise Data Files</a:t>
          </a:r>
          <a:endParaRPr lang="en-IN" sz="1050" kern="1200" dirty="0"/>
        </a:p>
      </dsp:txBody>
      <dsp:txXfrm>
        <a:off x="4012047" y="387671"/>
        <a:ext cx="1286507" cy="568853"/>
      </dsp:txXfrm>
    </dsp:sp>
    <dsp:sp modelId="{3B433E27-EDD6-489E-837F-B9CAD28518EB}">
      <dsp:nvSpPr>
        <dsp:cNvPr id="0" name=""/>
        <dsp:cNvSpPr/>
      </dsp:nvSpPr>
      <dsp:spPr>
        <a:xfrm>
          <a:off x="5364954" y="218911"/>
          <a:ext cx="1565412" cy="604249"/>
        </a:xfrm>
        <a:prstGeom prst="chevron">
          <a:avLst>
            <a:gd name="adj" fmla="val 40000"/>
          </a:avLst>
        </a:prstGeom>
        <a:solidFill>
          <a:schemeClr val="accent3">
            <a:lumMod val="60000"/>
            <a:lumOff val="4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3A3B9D-71A3-4F50-B420-FAEEF50D6574}">
      <dsp:nvSpPr>
        <dsp:cNvPr id="0" name=""/>
        <dsp:cNvSpPr/>
      </dsp:nvSpPr>
      <dsp:spPr>
        <a:xfrm>
          <a:off x="5782398" y="369973"/>
          <a:ext cx="1321903" cy="6042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Auto Files Validation</a:t>
          </a:r>
          <a:endParaRPr lang="en-IN" sz="1200" kern="1200" dirty="0"/>
        </a:p>
      </dsp:txBody>
      <dsp:txXfrm>
        <a:off x="5800096" y="387671"/>
        <a:ext cx="1286507" cy="568853"/>
      </dsp:txXfrm>
    </dsp:sp>
    <dsp:sp modelId="{8CBDF955-47B9-4B6A-A88B-9F1112CFFD7E}">
      <dsp:nvSpPr>
        <dsp:cNvPr id="0" name=""/>
        <dsp:cNvSpPr/>
      </dsp:nvSpPr>
      <dsp:spPr>
        <a:xfrm>
          <a:off x="7153003" y="218911"/>
          <a:ext cx="1565412" cy="604249"/>
        </a:xfrm>
        <a:prstGeom prst="chevron">
          <a:avLst>
            <a:gd name="adj" fmla="val 40000"/>
          </a:avLst>
        </a:prstGeom>
        <a:solidFill>
          <a:schemeClr val="accent3">
            <a:lumMod val="60000"/>
            <a:lumOff val="4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94EAFD-97C2-4A23-80C4-1FAF4217BE0E}">
      <dsp:nvSpPr>
        <dsp:cNvPr id="0" name=""/>
        <dsp:cNvSpPr/>
      </dsp:nvSpPr>
      <dsp:spPr>
        <a:xfrm>
          <a:off x="7570446" y="369973"/>
          <a:ext cx="1321903" cy="6042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Check Activation % on Dashboard </a:t>
          </a:r>
          <a:endParaRPr lang="en-IN" sz="1200" kern="1200" dirty="0"/>
        </a:p>
      </dsp:txBody>
      <dsp:txXfrm>
        <a:off x="7588144" y="387671"/>
        <a:ext cx="1286507" cy="568853"/>
      </dsp:txXfrm>
    </dsp:sp>
    <dsp:sp modelId="{6C1D7A7E-7B55-470B-9A7F-A536997CE036}">
      <dsp:nvSpPr>
        <dsp:cNvPr id="0" name=""/>
        <dsp:cNvSpPr/>
      </dsp:nvSpPr>
      <dsp:spPr>
        <a:xfrm>
          <a:off x="8941052" y="218911"/>
          <a:ext cx="1565412" cy="604249"/>
        </a:xfrm>
        <a:prstGeom prst="chevron">
          <a:avLst>
            <a:gd name="adj" fmla="val 40000"/>
          </a:avLst>
        </a:prstGeom>
        <a:solidFill>
          <a:schemeClr val="accent3">
            <a:lumMod val="60000"/>
            <a:lumOff val="4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A1CFCC-C7CA-41BC-9547-52D207A276E5}">
      <dsp:nvSpPr>
        <dsp:cNvPr id="0" name=""/>
        <dsp:cNvSpPr/>
      </dsp:nvSpPr>
      <dsp:spPr>
        <a:xfrm>
          <a:off x="9358495" y="369973"/>
          <a:ext cx="1321903" cy="6042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Check inactivation details on Field wise dashboard </a:t>
          </a:r>
          <a:endParaRPr lang="en-IN" sz="1100" kern="1200" dirty="0"/>
        </a:p>
      </dsp:txBody>
      <dsp:txXfrm>
        <a:off x="9376193" y="387671"/>
        <a:ext cx="1286507" cy="568853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66BA34-1FC6-48B5-A414-4244E0D28BC1}">
      <dsp:nvSpPr>
        <dsp:cNvPr id="0" name=""/>
        <dsp:cNvSpPr/>
      </dsp:nvSpPr>
      <dsp:spPr>
        <a:xfrm>
          <a:off x="4693084" y="3116571"/>
          <a:ext cx="2614678" cy="2614678"/>
        </a:xfrm>
        <a:prstGeom prst="ellipse">
          <a:avLst/>
        </a:prstGeom>
        <a:solidFill>
          <a:schemeClr val="accent3">
            <a:lumMod val="40000"/>
            <a:lumOff val="60000"/>
          </a:schemeClr>
        </a:solidFill>
        <a:ln w="12700" cap="flat" cmpd="sng" algn="ctr">
          <a:solidFill>
            <a:srgbClr val="FFC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tx1"/>
              </a:solidFill>
            </a:rPr>
            <a:t>Overall Effort Reduction  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tx1"/>
              </a:solidFill>
            </a:rPr>
            <a:t> </a:t>
          </a:r>
          <a:r>
            <a:rPr lang="en-US" sz="2000" b="1" kern="1200" dirty="0">
              <a:solidFill>
                <a:srgbClr val="FF0000"/>
              </a:solidFill>
            </a:rPr>
            <a:t>512.22 </a:t>
          </a:r>
          <a:r>
            <a:rPr lang="en-US" sz="2000" b="1" kern="1200" dirty="0" err="1">
              <a:solidFill>
                <a:srgbClr val="FF0000"/>
              </a:solidFill>
            </a:rPr>
            <a:t>hrs</a:t>
          </a:r>
          <a:endParaRPr lang="en-US" sz="2000" b="1" kern="1200" dirty="0">
            <a:solidFill>
              <a:srgbClr val="FF0000"/>
            </a:solidFill>
          </a:endParaRP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FF0000"/>
              </a:solidFill>
            </a:rPr>
            <a:t>97.33 %</a:t>
          </a:r>
        </a:p>
      </dsp:txBody>
      <dsp:txXfrm>
        <a:off x="5075995" y="3499482"/>
        <a:ext cx="1848856" cy="1848856"/>
      </dsp:txXfrm>
    </dsp:sp>
    <dsp:sp modelId="{85F431B3-33B1-4028-85DE-44822751290C}">
      <dsp:nvSpPr>
        <dsp:cNvPr id="0" name=""/>
        <dsp:cNvSpPr/>
      </dsp:nvSpPr>
      <dsp:spPr>
        <a:xfrm rot="10800000">
          <a:off x="1810574" y="3969358"/>
          <a:ext cx="2666686" cy="745183"/>
        </a:xfrm>
        <a:prstGeom prst="leftArrow">
          <a:avLst>
            <a:gd name="adj1" fmla="val 60000"/>
            <a:gd name="adj2" fmla="val 50000"/>
          </a:avLst>
        </a:prstGeom>
        <a:solidFill>
          <a:schemeClr val="accent2">
            <a:lumMod val="40000"/>
            <a:lumOff val="60000"/>
          </a:schemeClr>
        </a:solidFill>
        <a:ln>
          <a:solidFill>
            <a:schemeClr val="accent2">
              <a:lumMod val="75000"/>
            </a:schemeClr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9D0077-6B15-4BFE-9EA3-EB8E6147995B}">
      <dsp:nvSpPr>
        <dsp:cNvPr id="0" name=""/>
        <dsp:cNvSpPr/>
      </dsp:nvSpPr>
      <dsp:spPr>
        <a:xfrm>
          <a:off x="2808" y="3257592"/>
          <a:ext cx="3743999" cy="1987155"/>
        </a:xfrm>
        <a:prstGeom prst="roundRect">
          <a:avLst>
            <a:gd name="adj" fmla="val 10000"/>
          </a:avLst>
        </a:prstGeom>
        <a:solidFill>
          <a:srgbClr val="FFDD71"/>
        </a:solidFill>
        <a:ln w="12700" cap="flat" cmpd="sng" algn="ctr">
          <a:solidFill>
            <a:schemeClr val="tx2">
              <a:lumMod val="75000"/>
              <a:lumOff val="2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b="1" kern="1200" dirty="0">
            <a:solidFill>
              <a:schemeClr val="tx1"/>
            </a:solidFill>
          </a:endParaRP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b="1" kern="1200" dirty="0">
            <a:solidFill>
              <a:schemeClr val="tx1"/>
            </a:solidFill>
          </a:endParaRP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chemeClr val="tx1"/>
              </a:solidFill>
            </a:rPr>
            <a:t>Manual Efforts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1"/>
              </a:solidFill>
            </a:rPr>
            <a:t>1). Dashboard Ready Files - </a:t>
          </a:r>
          <a:r>
            <a:rPr lang="en-US" sz="1400" kern="1200" dirty="0">
              <a:solidFill>
                <a:srgbClr val="FF0000"/>
              </a:solidFill>
            </a:rPr>
            <a:t>30 min /MI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1"/>
              </a:solidFill>
            </a:rPr>
            <a:t>2). Field-wise Inactivation Details File - </a:t>
          </a:r>
          <a:r>
            <a:rPr lang="en-US" sz="1400" kern="1200" dirty="0">
              <a:solidFill>
                <a:srgbClr val="FF0000"/>
              </a:solidFill>
            </a:rPr>
            <a:t>30 min/MI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1"/>
              </a:solidFill>
            </a:rPr>
            <a:t>3). Validation - </a:t>
          </a:r>
          <a:r>
            <a:rPr lang="en-US" sz="1400" kern="1200" dirty="0">
              <a:solidFill>
                <a:srgbClr val="FF0000"/>
              </a:solidFill>
            </a:rPr>
            <a:t>15 min /MI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1"/>
              </a:solidFill>
            </a:rPr>
            <a:t>4). Average - </a:t>
          </a:r>
          <a:r>
            <a:rPr lang="en-US" sz="1400" kern="1200" dirty="0">
              <a:solidFill>
                <a:srgbClr val="FF0000"/>
              </a:solidFill>
            </a:rPr>
            <a:t>75 min/MI </a:t>
          </a:r>
          <a:endParaRPr lang="en-US" sz="1400" b="1" kern="1200" dirty="0">
            <a:solidFill>
              <a:schemeClr val="tx1"/>
            </a:solidFill>
          </a:endParaRP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 dirty="0"/>
        </a:p>
      </dsp:txBody>
      <dsp:txXfrm>
        <a:off x="61010" y="3315794"/>
        <a:ext cx="3627595" cy="1870751"/>
      </dsp:txXfrm>
    </dsp:sp>
    <dsp:sp modelId="{8F645EEE-0576-4096-947C-8BAA472067A1}">
      <dsp:nvSpPr>
        <dsp:cNvPr id="0" name=""/>
        <dsp:cNvSpPr/>
      </dsp:nvSpPr>
      <dsp:spPr>
        <a:xfrm rot="16200000">
          <a:off x="5046476" y="1604421"/>
          <a:ext cx="1853839" cy="745183"/>
        </a:xfrm>
        <a:prstGeom prst="leftArrow">
          <a:avLst>
            <a:gd name="adj1" fmla="val 60000"/>
            <a:gd name="adj2" fmla="val 50000"/>
          </a:avLst>
        </a:prstGeom>
        <a:solidFill>
          <a:schemeClr val="accent2">
            <a:lumMod val="40000"/>
            <a:lumOff val="60000"/>
          </a:schemeClr>
        </a:solidFill>
        <a:ln>
          <a:solidFill>
            <a:schemeClr val="accent2">
              <a:lumMod val="75000"/>
            </a:schemeClr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405D15-856D-4FE7-8FB8-263939B0A84E}">
      <dsp:nvSpPr>
        <dsp:cNvPr id="0" name=""/>
        <dsp:cNvSpPr/>
      </dsp:nvSpPr>
      <dsp:spPr>
        <a:xfrm>
          <a:off x="3894222" y="162569"/>
          <a:ext cx="4027244" cy="1987155"/>
        </a:xfrm>
        <a:prstGeom prst="roundRect">
          <a:avLst>
            <a:gd name="adj" fmla="val 10000"/>
          </a:avLst>
        </a:prstGeom>
        <a:solidFill>
          <a:srgbClr val="FFDD71"/>
        </a:solidFill>
        <a:ln w="12700" cap="flat" cmpd="sng" algn="ctr">
          <a:solidFill>
            <a:schemeClr val="tx2">
              <a:lumMod val="75000"/>
              <a:lumOff val="2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400" b="1" kern="1200" dirty="0">
              <a:solidFill>
                <a:schemeClr val="tx1"/>
              </a:solidFill>
            </a:rPr>
            <a:t>Efforts after Automation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1400" kern="1200" dirty="0">
              <a:solidFill>
                <a:schemeClr val="tx1"/>
              </a:solidFill>
            </a:rPr>
            <a:t>1). Dashboard Ready Files - </a:t>
          </a:r>
          <a:r>
            <a:rPr lang="en-US" sz="1400" kern="1200" dirty="0">
              <a:solidFill>
                <a:srgbClr val="FF0000"/>
              </a:solidFill>
            </a:rPr>
            <a:t>45-50 sec /MI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400" kern="1200" dirty="0">
              <a:solidFill>
                <a:schemeClr val="tx1"/>
              </a:solidFill>
            </a:rPr>
            <a:t>2). Field-wise Inactivation Details File - </a:t>
          </a:r>
          <a:r>
            <a:rPr lang="en-US" sz="1400" kern="1200" dirty="0">
              <a:solidFill>
                <a:srgbClr val="FF0000"/>
              </a:solidFill>
            </a:rPr>
            <a:t>45-50 sec/MI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400" kern="1200" dirty="0">
              <a:solidFill>
                <a:schemeClr val="tx1"/>
              </a:solidFill>
            </a:rPr>
            <a:t>3). Auto validation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400" kern="1200" dirty="0">
              <a:solidFill>
                <a:schemeClr val="tx1"/>
              </a:solidFill>
            </a:rPr>
            <a:t>4). Average - </a:t>
          </a:r>
          <a:r>
            <a:rPr lang="en-US" sz="1400" kern="1200" dirty="0">
              <a:solidFill>
                <a:srgbClr val="FF0000"/>
              </a:solidFill>
            </a:rPr>
            <a:t> 2 min/MI </a:t>
          </a:r>
        </a:p>
      </dsp:txBody>
      <dsp:txXfrm>
        <a:off x="3952424" y="220771"/>
        <a:ext cx="3910840" cy="1870751"/>
      </dsp:txXfrm>
    </dsp:sp>
    <dsp:sp modelId="{B442FBFA-A534-4B9F-80E8-98C03CEA27A9}">
      <dsp:nvSpPr>
        <dsp:cNvPr id="0" name=""/>
        <dsp:cNvSpPr/>
      </dsp:nvSpPr>
      <dsp:spPr>
        <a:xfrm rot="21593904">
          <a:off x="7453888" y="3838645"/>
          <a:ext cx="2479312" cy="745183"/>
        </a:xfrm>
        <a:prstGeom prst="leftArrow">
          <a:avLst>
            <a:gd name="adj1" fmla="val 60000"/>
            <a:gd name="adj2" fmla="val 50000"/>
          </a:avLst>
        </a:prstGeom>
        <a:solidFill>
          <a:schemeClr val="accent2">
            <a:lumMod val="40000"/>
            <a:lumOff val="60000"/>
          </a:schemeClr>
        </a:solidFill>
        <a:ln>
          <a:solidFill>
            <a:schemeClr val="accent2">
              <a:lumMod val="75000"/>
            </a:schemeClr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19A88A-F627-45EA-B0D0-31E86AA2CE0A}">
      <dsp:nvSpPr>
        <dsp:cNvPr id="0" name=""/>
        <dsp:cNvSpPr/>
      </dsp:nvSpPr>
      <dsp:spPr>
        <a:xfrm>
          <a:off x="8140894" y="3172182"/>
          <a:ext cx="3563988" cy="1987155"/>
        </a:xfrm>
        <a:prstGeom prst="roundRect">
          <a:avLst>
            <a:gd name="adj" fmla="val 10000"/>
          </a:avLst>
        </a:prstGeom>
        <a:solidFill>
          <a:srgbClr val="FFDD71"/>
        </a:solidFill>
        <a:ln w="12700" cap="flat" cmpd="sng" algn="ctr">
          <a:solidFill>
            <a:schemeClr val="tx2">
              <a:lumMod val="75000"/>
              <a:lumOff val="2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chemeClr val="tx1"/>
              </a:solidFill>
            </a:rPr>
            <a:t>Efforts Comparison Through Historic Data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1"/>
              </a:solidFill>
            </a:rPr>
            <a:t>1). No of MIs PTA’ed – </a:t>
          </a:r>
          <a:r>
            <a:rPr lang="en-US" sz="1400" kern="1200" dirty="0">
              <a:solidFill>
                <a:srgbClr val="FF0000"/>
              </a:solidFill>
            </a:rPr>
            <a:t>421</a:t>
          </a:r>
          <a:r>
            <a:rPr lang="en-US" sz="1400" kern="1200" dirty="0">
              <a:solidFill>
                <a:schemeClr val="tx1"/>
              </a:solidFill>
            </a:rPr>
            <a:t> 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1"/>
              </a:solidFill>
            </a:rPr>
            <a:t>2). Manual Efforts given  -  </a:t>
          </a:r>
          <a:r>
            <a:rPr lang="en-US" sz="1400" kern="1200" dirty="0">
              <a:solidFill>
                <a:srgbClr val="FF0000"/>
              </a:solidFill>
            </a:rPr>
            <a:t>526.25 hrs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1"/>
              </a:solidFill>
            </a:rPr>
            <a:t>3). Efforts after Automation - </a:t>
          </a:r>
          <a:r>
            <a:rPr lang="en-US" sz="1400" kern="1200" dirty="0">
              <a:solidFill>
                <a:srgbClr val="FF0000"/>
              </a:solidFill>
            </a:rPr>
            <a:t>14.03 hrs</a:t>
          </a:r>
        </a:p>
      </dsp:txBody>
      <dsp:txXfrm>
        <a:off x="8199096" y="3230384"/>
        <a:ext cx="3447584" cy="1870751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4D9BC8-BE04-456E-97F4-BA02AB6876D2}">
      <dsp:nvSpPr>
        <dsp:cNvPr id="0" name=""/>
        <dsp:cNvSpPr/>
      </dsp:nvSpPr>
      <dsp:spPr>
        <a:xfrm>
          <a:off x="1153179" y="126736"/>
          <a:ext cx="3884708" cy="2635597"/>
        </a:xfrm>
        <a:prstGeom prst="roundRect">
          <a:avLst/>
        </a:prstGeom>
        <a:blipFill>
          <a:blip xmlns:r="http://schemas.openxmlformats.org/officeDocument/2006/relationships" r:embed="rId1"/>
          <a:srcRect/>
          <a:stretch>
            <a:fillRect l="-29000" r="-29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EC304A-D9F2-41FA-BB78-7BD666EEE133}">
      <dsp:nvSpPr>
        <dsp:cNvPr id="0" name=""/>
        <dsp:cNvSpPr/>
      </dsp:nvSpPr>
      <dsp:spPr>
        <a:xfrm>
          <a:off x="6259116" y="2274903"/>
          <a:ext cx="2265056" cy="840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7368" tIns="277368" rIns="277368" bIns="0" numCol="1" spcCol="1270" anchor="t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900" kern="1200" dirty="0"/>
        </a:p>
      </dsp:txBody>
      <dsp:txXfrm>
        <a:off x="6259116" y="2274903"/>
        <a:ext cx="2265056" cy="840336"/>
      </dsp:txXfrm>
    </dsp:sp>
    <dsp:sp modelId="{0FC98BA3-107A-46C1-831B-017B4C2BD42A}">
      <dsp:nvSpPr>
        <dsp:cNvPr id="0" name=""/>
        <dsp:cNvSpPr/>
      </dsp:nvSpPr>
      <dsp:spPr>
        <a:xfrm>
          <a:off x="6612197" y="79329"/>
          <a:ext cx="3904776" cy="2669791"/>
        </a:xfrm>
        <a:prstGeom prst="roundRect">
          <a:avLst/>
        </a:prstGeom>
        <a:blipFill>
          <a:blip xmlns:r="http://schemas.openxmlformats.org/officeDocument/2006/relationships" r:embed="rId2"/>
          <a:srcRect/>
          <a:stretch>
            <a:fillRect l="-30000" r="-30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EEB255-B8C2-4884-8378-0B911F793D47}">
      <dsp:nvSpPr>
        <dsp:cNvPr id="0" name=""/>
        <dsp:cNvSpPr/>
      </dsp:nvSpPr>
      <dsp:spPr>
        <a:xfrm>
          <a:off x="3847401" y="4055997"/>
          <a:ext cx="2265056" cy="840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7368" tIns="277368" rIns="277368" bIns="0" numCol="1" spcCol="1270" anchor="t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900" kern="1200" dirty="0"/>
        </a:p>
      </dsp:txBody>
      <dsp:txXfrm>
        <a:off x="3847401" y="4055997"/>
        <a:ext cx="2265056" cy="840336"/>
      </dsp:txXfrm>
    </dsp:sp>
    <dsp:sp modelId="{8093F19D-7FC0-46F3-94F9-323DAE473AAA}">
      <dsp:nvSpPr>
        <dsp:cNvPr id="0" name=""/>
        <dsp:cNvSpPr/>
      </dsp:nvSpPr>
      <dsp:spPr>
        <a:xfrm>
          <a:off x="6683871" y="3093896"/>
          <a:ext cx="3954585" cy="2665374"/>
        </a:xfrm>
        <a:prstGeom prst="roundRect">
          <a:avLst/>
        </a:prstGeom>
        <a:blipFill>
          <a:blip xmlns:r="http://schemas.openxmlformats.org/officeDocument/2006/relationships" r:embed="rId3"/>
          <a:srcRect/>
          <a:stretch>
            <a:fillRect l="-27000" r="-27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9F1306-928A-4C8D-833C-9FAE360DB1FC}">
      <dsp:nvSpPr>
        <dsp:cNvPr id="0" name=""/>
        <dsp:cNvSpPr/>
      </dsp:nvSpPr>
      <dsp:spPr>
        <a:xfrm>
          <a:off x="1352278" y="5301553"/>
          <a:ext cx="2265056" cy="840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7368" tIns="277368" rIns="277368" bIns="0" numCol="1" spcCol="1270" anchor="t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900" kern="1200" dirty="0"/>
        </a:p>
      </dsp:txBody>
      <dsp:txXfrm>
        <a:off x="1352278" y="5301553"/>
        <a:ext cx="2265056" cy="840336"/>
      </dsp:txXfrm>
    </dsp:sp>
    <dsp:sp modelId="{3C226892-AF36-4E01-91FD-621790C1A51E}">
      <dsp:nvSpPr>
        <dsp:cNvPr id="0" name=""/>
        <dsp:cNvSpPr/>
      </dsp:nvSpPr>
      <dsp:spPr>
        <a:xfrm>
          <a:off x="1192766" y="3083576"/>
          <a:ext cx="3933226" cy="2672568"/>
        </a:xfrm>
        <a:prstGeom prst="roundRect">
          <a:avLst/>
        </a:prstGeom>
        <a:blipFill>
          <a:blip xmlns:r="http://schemas.openxmlformats.org/officeDocument/2006/relationships" r:embed="rId4"/>
          <a:srcRect/>
          <a:stretch>
            <a:fillRect l="-28000" r="-28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8D9619-E044-4749-9DA5-18742C51BD91}">
      <dsp:nvSpPr>
        <dsp:cNvPr id="0" name=""/>
        <dsp:cNvSpPr/>
      </dsp:nvSpPr>
      <dsp:spPr>
        <a:xfrm>
          <a:off x="6776629" y="1448032"/>
          <a:ext cx="2265056" cy="840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7368" tIns="277368" rIns="277368" bIns="0" numCol="1" spcCol="1270" anchor="t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900" kern="1200" dirty="0"/>
        </a:p>
      </dsp:txBody>
      <dsp:txXfrm>
        <a:off x="6776629" y="1448032"/>
        <a:ext cx="2265056" cy="8403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arrow6">
  <dgm:title val=""/>
  <dgm:desc val=""/>
  <dgm:catLst>
    <dgm:cat type="relationship" pri="4000"/>
    <dgm:cat type="process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>
      <dgm:param type="horzAlign" val="ctr"/>
      <dgm:param type="vertAlign" val="mid"/>
      <dgm:param type="ar" val="2.5"/>
    </dgm:alg>
    <dgm:shape xmlns:r="http://schemas.openxmlformats.org/officeDocument/2006/relationships" r:blip="">
      <dgm:adjLst/>
    </dgm:shape>
    <dgm:presOf/>
    <dgm:constrLst>
      <dgm:constr type="primFontSz" for="des" ptType="node" op="equ"/>
      <dgm:constr type="w" for="ch" forName="ribbon" refType="h" refFor="ch" refForName="ribbon" fact="2.5"/>
      <dgm:constr type="h" for="ch" forName="leftArrowText" refType="h" fact="0.49"/>
      <dgm:constr type="ctrY" for="ch" forName="leftArrowText" refType="ctrY" refFor="ch" refForName="ribbon"/>
      <dgm:constr type="ctrYOff" for="ch" forName="leftArrowText" refType="h" refFor="ch" refForName="ribbon" fact="-0.08"/>
      <dgm:constr type="l" for="ch" forName="leftArrowText" refType="w" refFor="ch" refForName="ribbon" fact="0.12"/>
      <dgm:constr type="r" for="ch" forName="leftArrowText" refType="w" refFor="ch" refForName="ribbon" fact="0.45"/>
      <dgm:constr type="h" for="ch" forName="rightArrowText" refType="h" fact="0.49"/>
      <dgm:constr type="ctrY" for="ch" forName="rightArrowText" refType="ctrY" refFor="ch" refForName="ribbon"/>
      <dgm:constr type="ctrYOff" for="ch" forName="rightArrowText" refType="h" refFor="ch" refForName="ribbon" fact="0.08"/>
      <dgm:constr type="l" for="ch" forName="rightArrowText" refType="w" refFor="ch" refForName="ribbon" fact="0.5"/>
      <dgm:constr type="r" for="ch" forName="rightArrowText" refType="w" refFor="ch" refForName="ribbon" fact="0.89"/>
    </dgm:constrLst>
    <dgm:ruleLst/>
    <dgm:choose name="Name0">
      <dgm:if name="Name1" axis="ch" ptType="node" func="cnt" op="gte" val="1">
        <dgm:layoutNode name="ribbon" styleLbl="node1">
          <dgm:alg type="sp"/>
          <dgm:shape xmlns:r="http://schemas.openxmlformats.org/officeDocument/2006/relationships" type="leftRightRibbon" r:blip="">
            <dgm:adjLst/>
          </dgm:shape>
          <dgm:presOf/>
          <dgm:constrLst/>
          <dgm:ruleLst/>
        </dgm:layoutNode>
        <dgm:layoutNode name="lef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2">
            <dgm:if name="Name3" func="var" arg="dir" op="equ" val="norm">
              <dgm:presOf axis="ch desOrSelf" ptType="node node" st="1 1" cnt="1 0"/>
            </dgm:if>
            <dgm:else name="Name4">
              <dgm:presOf axis="ch desOrSelf" ptType="node node" st="2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  <dgm:layoutNode name="righ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5">
            <dgm:if name="Name6" func="var" arg="dir" op="equ" val="norm">
              <dgm:presOf axis="ch desOrSelf" ptType="node node" st="2 1" cnt="1 0"/>
            </dgm:if>
            <dgm:else name="Name7">
              <dgm:presOf axis="ch desOrSelf" ptType="node node" st="1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</dgm:if>
      <dgm:else name="Name8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1/layout/TabList">
  <dgm:title val="Tab List"/>
  <dgm:desc val="Use to show non-sequential or grouped blocks of information. Works well for lists with a small amount of Level 1 text. The first Level 2 displays next to the Level 1 text  and the remaining Level 2 text appears beneath the Level 1 text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diagrams.loki3.com/BracketList">
  <dgm:title val="Vertical Bracket List"/>
  <dgm:desc val="Use to show grouped blocks of information.  Works well with large amounts of Level 2 text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diagrams.loki3.com/BracketList">
  <dgm:title val="Vertical Bracket List"/>
  <dgm:desc val="Use to show grouped blocks of information.  Works well with large amounts of Level 2 text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chevronAccent+Icon">
  <dgm:title val="Chevron Accent Process"/>
  <dgm:desc val="Use to show sequential steps in a task, process, or workflow, or to emphasize movement or direction. Works best with minimal Level 1 and Level 2 text."/>
  <dgm:catLst>
    <dgm:cat type="process" pri="9500"/>
    <dgm:cat type="officeonline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primFontSz" for="des" forName="txNode" op="equ" val="65"/>
      <dgm:constr type="w" for="ch" forName="compositeSpace" refType="w" refFor="ch" refForName="composite" fact="0.02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bgChev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 refType="w" fact="0.24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if>
          <dgm:else name="Name7">
            <dgm:constrLst>
              <dgm:constr type="l" for="ch" forName="bgChev" refType="w" fact="0.1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else>
        </dgm:choose>
        <dgm:ruleLst/>
        <dgm:layoutNode name="bgChev" styleLbl="node1">
          <dgm:alg type="sp"/>
          <dgm:choose name="Name8">
            <dgm:if name="Name9" func="var" arg="dir" op="equ" val="norm">
              <dgm:shape xmlns:r="http://schemas.openxmlformats.org/officeDocument/2006/relationships" type="chevron" r:blip="">
                <dgm:adjLst>
                  <dgm:adj idx="1" val="0.4"/>
                </dgm:adjLst>
              </dgm:shape>
            </dgm:if>
            <dgm:else name="Name10">
              <dgm:shape xmlns:r="http://schemas.openxmlformats.org/officeDocument/2006/relationships" rot="180" type="chevron" r:blip="">
                <dgm:adjLst>
                  <dgm:adj idx="1" val="0.4"/>
                </dgm:adjLst>
              </dgm:shape>
            </dgm:else>
          </dgm:choose>
          <dgm:presOf/>
          <dgm:constrLst/>
        </dgm:layoutNode>
        <dgm:layoutNode name="txNode" styleLbl="fgAcc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ruleLst>
            <dgm:rule type="primFontSz" val="5" fact="NaN" max="NaN"/>
          </dgm:ruleLst>
        </dgm:layoutNode>
      </dgm:layoutNode>
      <dgm:forEach name="Name11" axis="followSib" ptType="sibTrans" cnt="1">
        <dgm:layoutNode name="compositeSpace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chevronAccent+Icon">
  <dgm:title val="Chevron Accent Process"/>
  <dgm:desc val="Use to show sequential steps in a task, process, or workflow, or to emphasize movement or direction. Works best with minimal Level 1 and Level 2 text."/>
  <dgm:catLst>
    <dgm:cat type="process" pri="9500"/>
    <dgm:cat type="officeonline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primFontSz" for="des" forName="txNode" op="equ" val="65"/>
      <dgm:constr type="w" for="ch" forName="compositeSpace" refType="w" refFor="ch" refForName="composite" fact="0.02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bgChev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 refType="w" fact="0.24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if>
          <dgm:else name="Name7">
            <dgm:constrLst>
              <dgm:constr type="l" for="ch" forName="bgChev" refType="w" fact="0.1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else>
        </dgm:choose>
        <dgm:ruleLst/>
        <dgm:layoutNode name="bgChev" styleLbl="node1">
          <dgm:alg type="sp"/>
          <dgm:choose name="Name8">
            <dgm:if name="Name9" func="var" arg="dir" op="equ" val="norm">
              <dgm:shape xmlns:r="http://schemas.openxmlformats.org/officeDocument/2006/relationships" type="chevron" r:blip="">
                <dgm:adjLst>
                  <dgm:adj idx="1" val="0.4"/>
                </dgm:adjLst>
              </dgm:shape>
            </dgm:if>
            <dgm:else name="Name10">
              <dgm:shape xmlns:r="http://schemas.openxmlformats.org/officeDocument/2006/relationships" rot="180" type="chevron" r:blip="">
                <dgm:adjLst>
                  <dgm:adj idx="1" val="0.4"/>
                </dgm:adjLst>
              </dgm:shape>
            </dgm:else>
          </dgm:choose>
          <dgm:presOf/>
          <dgm:constrLst/>
        </dgm:layoutNode>
        <dgm:layoutNode name="txNode" styleLbl="fgAcc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ruleLst>
            <dgm:rule type="primFontSz" val="5" fact="NaN" max="NaN"/>
          </dgm:ruleLst>
        </dgm:layoutNode>
      </dgm:layoutNode>
      <dgm:forEach name="Name11" axis="followSib" ptType="sibTrans" cnt="1">
        <dgm:layoutNode name="compositeSpace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8/layout/PictureGrid">
  <dgm:title val=""/>
  <dgm:desc val=""/>
  <dgm:catLst>
    <dgm:cat type="picture" pri="11000"/>
    <dgm:cat type="pictureconvert" pri="11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dir/>
    </dgm:varLst>
    <dgm:choose name="Name1">
      <dgm:if name="Name2" axis="ch" ptType="node" func="cnt" op="lte" val="4">
        <dgm:choose name="Name3">
          <dgm:if name="Name4" func="var" arg="dir" op="equ" val="norm">
            <dgm:alg type="snake">
              <dgm:param type="off" val="ctr"/>
              <dgm:param type="bkpt" val="fixed"/>
              <dgm:param type="bkPtFixedVal" val="2"/>
            </dgm:alg>
          </dgm:if>
          <dgm:else name="Name5">
            <dgm:alg type="snake">
              <dgm:param type="off" val="ctr"/>
              <dgm:param type="grDir" val="tR"/>
              <dgm:param type="bkpt" val="fixed"/>
              <dgm:param type="bkPtFixedVal" val="2"/>
            </dgm:alg>
          </dgm:else>
        </dgm:choose>
      </dgm:if>
      <dgm:else name="Name6">
        <dgm:choose name="Name7">
          <dgm:if name="Name8" axis="ch" ptType="node" func="cnt" op="lte" val="9">
            <dgm:choose name="Name9">
              <dgm:if name="Name10" func="var" arg="dir" op="equ" val="norm">
                <dgm:alg type="snake">
                  <dgm:param type="off" val="ctr"/>
                  <dgm:param type="bkpt" val="fixed"/>
                  <dgm:param type="bkPtFixedVal" val="3"/>
                </dgm:alg>
              </dgm:if>
              <dgm:else name="Name11">
                <dgm:alg type="snake">
                  <dgm:param type="off" val="ctr"/>
                  <dgm:param type="grDir" val="tR"/>
                  <dgm:param type="bkpt" val="fixed"/>
                  <dgm:param type="bkPtFixedVal" val="3"/>
                </dgm:alg>
              </dgm:else>
            </dgm:choose>
          </dgm:if>
          <dgm:else name="Name12">
            <dgm:choose name="Name13">
              <dgm:if name="Name14" axis="ch" ptType="node" func="cnt" op="lte" val="16">
                <dgm:choose name="Name15">
                  <dgm:if name="Name16" func="var" arg="dir" op="equ" val="norm">
                    <dgm:alg type="snake">
                      <dgm:param type="off" val="ctr"/>
                      <dgm:param type="bkpt" val="fixed"/>
                      <dgm:param type="bkPtFixedVal" val="4"/>
                    </dgm:alg>
                  </dgm:if>
                  <dgm:else name="Name17">
                    <dgm:alg type="snake">
                      <dgm:param type="off" val="ctr"/>
                      <dgm:param type="grDir" val="tR"/>
                      <dgm:param type="bkpt" val="fixed"/>
                      <dgm:param type="bkPtFixedVal" val="4"/>
                    </dgm:alg>
                  </dgm:else>
                </dgm:choose>
              </dgm:if>
              <dgm:else name="Name18">
                <dgm:choose name="Name19">
                  <dgm:if name="Name20" axis="ch" ptType="node" func="cnt" op="lte" val="25">
                    <dgm:choose name="Name21">
                      <dgm:if name="Name22" func="var" arg="dir" op="equ" val="norm">
                        <dgm:alg type="snake">
                          <dgm:param type="off" val="ctr"/>
                          <dgm:param type="bkpt" val="fixed"/>
                          <dgm:param type="bkPtFixedVal" val="5"/>
                        </dgm:alg>
                      </dgm:if>
                      <dgm:else name="Name23">
                        <dgm:alg type="snake">
                          <dgm:param type="off" val="ctr"/>
                          <dgm:param type="grDir" val="tR"/>
                          <dgm:param type="bkpt" val="fixed"/>
                          <dgm:param type="bkPtFixedVal" val="5"/>
                        </dgm:alg>
                      </dgm:else>
                    </dgm:choose>
                  </dgm:if>
                  <dgm:else name="Name24">
                    <dgm:choose name="Name25">
                      <dgm:if name="Name26" func="var" arg="dir" op="equ" val="norm">
                        <dgm:alg type="snake">
                          <dgm:param type="off" val="ctr"/>
                        </dgm:alg>
                      </dgm:if>
                      <dgm:else name="Name27">
                        <dgm:alg type="snake">
                          <dgm:param type="off" val="ctr"/>
                          <dgm:param type="grDir" val="tR"/>
                        </dgm:alg>
                      </dgm:else>
                    </dgm:choose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h" fact="0.8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0.7568"/>
        </dgm:alg>
        <dgm:shape xmlns:r="http://schemas.openxmlformats.org/officeDocument/2006/relationships" r:blip="">
          <dgm:adjLst/>
        </dgm:shape>
        <dgm:constrLst>
          <dgm:constr type="l" for="ch" forName="rect1" refType="w" fact="0"/>
          <dgm:constr type="t" for="ch" forName="rect1" refType="h" fact="0.15"/>
          <dgm:constr type="w" for="ch" forName="rect1" refType="w"/>
          <dgm:constr type="h" for="ch" forName="rect1" refType="w"/>
          <dgm:constr type="l" for="ch" forName="rect2" refType="w" fact="0"/>
          <dgm:constr type="t" for="ch" forName="rect2" refType="h" fact="0"/>
          <dgm:constr type="w" for="ch" forName="rect2" refType="w"/>
          <dgm:constr type="h" for="ch" forName="rect2" refType="w" fact="0.15"/>
        </dgm:constrLst>
        <dgm:layoutNode name="rect2" styleLbl="revTx">
          <dgm:varLst>
            <dgm:bulletEnabled val="1"/>
          </dgm:varLst>
          <dgm:alg type="tx">
            <dgm:param type="stBulletLvl" val="3"/>
            <dgm:param type="parTxLTRAlign" val="l"/>
            <dgm:param type="parTxRTLAlign" val="r"/>
            <dgm:param type="txAnchorVert" val="b"/>
            <dgm:param type="txAnchorVertCh" val="b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"/>
            <dgm:constr type="rMarg" refType="primFontSz" fact="0.3"/>
            <dgm:constr type="tMarg" refType="primFontSz" fact="0.3"/>
            <dgm:constr type="bMarg" refType="primFontSz" fact="0"/>
            <dgm:constr type="secFontSz" refType="primFontSz" fact="0.8"/>
          </dgm:constrLst>
          <dgm:ruleLst>
            <dgm:rule type="primFontSz" val="5" fact="NaN" max="NaN"/>
          </dgm:ruleLst>
        </dgm:layoutNode>
        <dgm:layoutNode name="rect1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pList1">
  <dgm:title val=""/>
  <dgm:desc val=""/>
  <dgm:catLst>
    <dgm:cat type="list" pri="2000"/>
    <dgm:cat type="picture" pri="2500"/>
    <dgm:cat type="pictureconvert" pri="2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3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1"/>
      <dgm:constr type="sp" refType="w" refFor="ch" refForName="compNode" op="equ" fact="0.1"/>
      <dgm:constr type="primFontSz" for="des" ptType="node" op="equ" val="65"/>
    </dgm:constrLst>
    <dgm:ruleLst/>
    <dgm:forEach name="Name4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 axis="self"/>
        <dgm:constrLst>
          <dgm:constr type="h" refType="w" fact="1.06"/>
          <dgm:constr type="h" for="ch" forName="pictRect" refType="h" fact="0.65"/>
          <dgm:constr type="w" for="ch" forName="pictRect" refType="w"/>
          <dgm:constr type="l" for="ch" forName="pictRect"/>
          <dgm:constr type="t" for="ch" forName="pictRect"/>
          <dgm:constr type="w" for="ch" forName="textRect" refType="w"/>
          <dgm:constr type="h" for="ch" forName="textRect" refType="h" fact="0.35"/>
          <dgm:constr type="l" for="ch" forName="textRect"/>
          <dgm:constr type="t" for="ch" forName="textRect" refType="b" refFor="ch" refForName="pictRect"/>
        </dgm:constrLst>
        <dgm:ruleLst/>
        <dgm:layoutNode name="pictRect">
          <dgm:alg type="sp"/>
          <dgm:shape xmlns:r="http://schemas.openxmlformats.org/officeDocument/2006/relationships" type="roundRect" r:blip="" blipPhldr="1">
            <dgm:adjLst/>
          </dgm:shape>
          <dgm:presOf/>
          <dgm:constrLst/>
          <dgm:ruleLst/>
        </dgm:layoutNode>
        <dgm:layoutNode name="textRect" styleLbl="revTx">
          <dgm:varLst>
            <dgm:bulletEnabled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bMarg"/>
          </dgm:constrLst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#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#7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#8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#9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#10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#1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#1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#1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tags" Target="../tags/tag8.xml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7E95585-84CB-4FCC-8E7D-7A4D39E5B6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669280" cy="2743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sz="1000"/>
              <a:t>McDonald's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9CD4E6-D02C-4A60-8883-3E812B34F38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760720" y="0"/>
            <a:ext cx="1097280" cy="2743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E77DB6-B46C-43BB-A170-81A511E24F55}" type="datetime1">
              <a:rPr lang="en-US" sz="1000" smtClean="0"/>
              <a:t>9/25/2026</a:t>
            </a:fld>
            <a:endParaRPr lang="en-US" sz="10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99151A-D100-4DD9-AE56-2E3EADE43D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69680"/>
            <a:ext cx="56692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sz="10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1A4838-A730-4F68-8BDB-4FE0F38F5FE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760720" y="8869680"/>
            <a:ext cx="10972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BAA398-A59A-4CCF-9D17-B92ED5D9C4B1}" type="slidenum">
              <a:rPr lang="en-US" sz="1000" smtClean="0"/>
              <a:t>‹#›</a:t>
            </a:fld>
            <a:endParaRPr lang="en-US" sz="1000"/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338737735"/>
      </p:ext>
    </p:extLst>
  </p:cSld>
  <p:clrMap bg1="lt1" tx1="dk1" bg2="lt2" tx2="dk2" accent1="accent1" accent2="accent2" accent3="accent3" accent4="accent4" accent5="accent5" accent6="accent6" hlink="hlink" folHlink="folHlink"/>
  <p:hf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669280" cy="2743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/>
            </a:lvl1pPr>
          </a:lstStyle>
          <a:p>
            <a:r>
              <a:rPr lang="en-US"/>
              <a:t>McDonald's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760720" y="0"/>
            <a:ext cx="1097280" cy="2743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/>
            </a:lvl1pPr>
          </a:lstStyle>
          <a:p>
            <a:fld id="{E65039E3-D721-41CB-A64E-835FD7C9625D}" type="datetime1">
              <a:rPr lang="en-US" smtClean="0"/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50292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703320"/>
            <a:ext cx="5486400" cy="50292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69680"/>
            <a:ext cx="56692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760720" y="8869680"/>
            <a:ext cx="10972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D8647272-D100-47C7-82C2-970D8DF6AA0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022500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8600" indent="-114300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342900" indent="-114300" algn="l" defTabSz="914400" rtl="0" eaLnBrk="1" latinLnBrk="0" hangingPunct="1">
      <a:buFont typeface="Speedee" panose="020B0603030502020204" pitchFamily="34" charset="0"/>
      <a:buChar char="‒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457200" indent="-114300" algn="l" defTabSz="914400" rtl="0" eaLnBrk="1" latinLnBrk="0" hangingPunct="1">
      <a:buFont typeface="Speedee" panose="020B0603030502020204" pitchFamily="34" charset="0"/>
      <a:buChar char="‒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571500" indent="-114300" algn="l" defTabSz="914400" rtl="0" eaLnBrk="1" latinLnBrk="0" hangingPunct="1">
      <a:buFont typeface="Speedee" panose="020B0603030502020204" pitchFamily="34" charset="0"/>
      <a:buChar char="‒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Ar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rch">
            <a:extLst>
              <a:ext uri="{FF2B5EF4-FFF2-40B4-BE49-F238E27FC236}">
                <a16:creationId xmlns:a16="http://schemas.microsoft.com/office/drawing/2014/main" id="{C58CB3D4-30D8-4DBB-A3FA-4554ED58370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1" t="-2" r="34319" b="11162"/>
          <a:stretch/>
        </p:blipFill>
        <p:spPr>
          <a:xfrm>
            <a:off x="6096000" y="274320"/>
            <a:ext cx="6096000" cy="6583680"/>
          </a:xfrm>
          <a:prstGeom prst="rect">
            <a:avLst/>
          </a:prstGeom>
        </p:spPr>
      </p:pic>
      <p:sp>
        <p:nvSpPr>
          <p:cNvPr id="3" name="Subtitle">
            <a:extLst>
              <a:ext uri="{FF2B5EF4-FFF2-40B4-BE49-F238E27FC236}">
                <a16:creationId xmlns:a16="http://schemas.microsoft.com/office/drawing/2014/main" id="{EE034AC8-C001-49F4-B3CA-B1903AA703C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5280" y="5257800"/>
            <a:ext cx="5760720" cy="1371600"/>
          </a:xfrm>
        </p:spPr>
        <p:txBody>
          <a:bodyPr lIns="18288" tIns="0" rIns="0" bIns="0" anchor="ctr" anchorCtr="0"/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Date</a:t>
            </a:r>
          </a:p>
          <a:p>
            <a:r>
              <a:rPr lang="en-US"/>
              <a:t>Presentation 1</a:t>
            </a:r>
          </a:p>
          <a:p>
            <a:r>
              <a:rPr lang="en-US"/>
              <a:t>First Last Name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F63CEA60-CDC2-4B29-9547-7FF4BAAAD1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5280" y="1600200"/>
            <a:ext cx="5760720" cy="3657600"/>
          </a:xfrm>
        </p:spPr>
        <p:txBody>
          <a:bodyPr lIns="0" tIns="0" rIns="0" bIns="0" anchor="ctr" anchorCtr="0">
            <a:noAutofit/>
          </a:bodyPr>
          <a:lstStyle>
            <a:lvl1pPr algn="l">
              <a:lnSpc>
                <a:spcPct val="80000"/>
              </a:lnSpc>
              <a:spcBef>
                <a:spcPts val="0"/>
              </a:spcBef>
              <a:defRPr sz="5400"/>
            </a:lvl1pPr>
          </a:lstStyle>
          <a:p>
            <a:r>
              <a:rPr lang="en-US"/>
              <a:t>Presentation Headline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DC5A247-6C1D-CB09-DF16-633F7878BE3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5280" y="283727"/>
            <a:ext cx="2286000" cy="51001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81D238E-27F3-951D-A719-773C231D0989}"/>
              </a:ext>
            </a:extLst>
          </p:cNvPr>
          <p:cNvSpPr txBox="1"/>
          <p:nvPr userDrawn="1"/>
        </p:nvSpPr>
        <p:spPr>
          <a:xfrm>
            <a:off x="2751292" y="384830"/>
            <a:ext cx="381920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086A04-AF50-53DA-B5C9-D672D2A36E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026" b="-2258"/>
          <a:stretch/>
        </p:blipFill>
        <p:spPr>
          <a:xfrm>
            <a:off x="3263224" y="274320"/>
            <a:ext cx="474068" cy="41531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41742804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62896-193A-460B-BF6E-A72AF2FDD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4F405B-5E7B-47A1-BC60-A16DA5AD9E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963" y="1143000"/>
            <a:ext cx="11522075" cy="5121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8130442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547">
          <p15:clr>
            <a:srgbClr val="FBAE40"/>
          </p15:clr>
        </p15:guide>
        <p15:guide id="2" orient="horz" pos="720">
          <p15:clr>
            <a:srgbClr val="FBAE40"/>
          </p15:clr>
        </p15:guide>
        <p15:guide id="4" orient="horz" pos="233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 2 column f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62896-193A-460B-BF6E-A72AF2FDD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4F405B-5E7B-47A1-BC60-A16DA5AD9E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963" y="1143000"/>
            <a:ext cx="11522075" cy="5121275"/>
          </a:xfrm>
        </p:spPr>
        <p:txBody>
          <a:bodyPr numCol="2" spcCol="457200"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917528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547">
          <p15:clr>
            <a:srgbClr val="FBAE40"/>
          </p15:clr>
        </p15:guide>
        <p15:guide id="2" orient="horz" pos="720">
          <p15:clr>
            <a:srgbClr val="FBAE40"/>
          </p15:clr>
        </p15:guide>
        <p15:guide id="4" orient="horz" pos="233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 White w/ bor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D35A23D-E666-4E0C-9980-F206C8FA51C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182880 w 12192000"/>
              <a:gd name="connsiteY0" fmla="*/ 182880 h 6858000"/>
              <a:gd name="connsiteX1" fmla="*/ 182880 w 12192000"/>
              <a:gd name="connsiteY1" fmla="*/ 6675120 h 6858000"/>
              <a:gd name="connsiteX2" fmla="*/ 12009120 w 12192000"/>
              <a:gd name="connsiteY2" fmla="*/ 6675120 h 6858000"/>
              <a:gd name="connsiteX3" fmla="*/ 12009120 w 12192000"/>
              <a:gd name="connsiteY3" fmla="*/ 182880 h 6858000"/>
              <a:gd name="connsiteX4" fmla="*/ 1200912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12188952 w 12192000"/>
              <a:gd name="connsiteY7" fmla="*/ 6858000 h 6858000"/>
              <a:gd name="connsiteX8" fmla="*/ 12009120 w 12192000"/>
              <a:gd name="connsiteY8" fmla="*/ 6858000 h 6858000"/>
              <a:gd name="connsiteX9" fmla="*/ 182880 w 12192000"/>
              <a:gd name="connsiteY9" fmla="*/ 6858000 h 6858000"/>
              <a:gd name="connsiteX10" fmla="*/ 1 w 12192000"/>
              <a:gd name="connsiteY10" fmla="*/ 6858000 h 6858000"/>
              <a:gd name="connsiteX11" fmla="*/ 0 w 12192000"/>
              <a:gd name="connsiteY11" fmla="*/ 6858000 h 6858000"/>
              <a:gd name="connsiteX12" fmla="*/ 0 w 12192000"/>
              <a:gd name="connsiteY12" fmla="*/ 0 h 6858000"/>
              <a:gd name="connsiteX13" fmla="*/ 182880 w 12192000"/>
              <a:gd name="connsiteY13" fmla="*/ 0 h 6858000"/>
              <a:gd name="connsiteX14" fmla="*/ 182880 w 12192000"/>
              <a:gd name="connsiteY14" fmla="*/ 0 h 6858000"/>
              <a:gd name="connsiteX15" fmla="*/ 12009120 w 12192000"/>
              <a:gd name="connsiteY1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0" h="6858000">
                <a:moveTo>
                  <a:pt x="182880" y="182880"/>
                </a:moveTo>
                <a:lnTo>
                  <a:pt x="182880" y="6675120"/>
                </a:lnTo>
                <a:lnTo>
                  <a:pt x="12009120" y="6675120"/>
                </a:lnTo>
                <a:lnTo>
                  <a:pt x="12009120" y="182880"/>
                </a:lnTo>
                <a:close/>
                <a:moveTo>
                  <a:pt x="1200912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2188952" y="6858000"/>
                </a:lnTo>
                <a:lnTo>
                  <a:pt x="12009120" y="6858000"/>
                </a:lnTo>
                <a:lnTo>
                  <a:pt x="182880" y="6858000"/>
                </a:lnTo>
                <a:lnTo>
                  <a:pt x="1" y="6858000"/>
                </a:lnTo>
                <a:lnTo>
                  <a:pt x="0" y="6858000"/>
                </a:lnTo>
                <a:lnTo>
                  <a:pt x="0" y="0"/>
                </a:lnTo>
                <a:lnTo>
                  <a:pt x="182880" y="0"/>
                </a:lnTo>
                <a:lnTo>
                  <a:pt x="182880" y="0"/>
                </a:lnTo>
                <a:lnTo>
                  <a:pt x="12009120" y="0"/>
                </a:lnTo>
                <a:close/>
              </a:path>
            </a:pathLst>
          </a:custGeom>
          <a:solidFill>
            <a:schemeClr val="accent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362896-193A-460B-BF6E-A72AF2FDD208}"/>
              </a:ext>
            </a:extLst>
          </p:cNvPr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4F405B-5E7B-47A1-BC60-A16DA5AD9E0D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334963" y="1143000"/>
            <a:ext cx="11522075" cy="5121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2838876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547">
          <p15:clr>
            <a:srgbClr val="FBAE40"/>
          </p15:clr>
        </p15:guide>
        <p15:guide id="2" orient="horz" pos="720">
          <p15:clr>
            <a:srgbClr val="FBAE40"/>
          </p15:clr>
        </p15:guide>
        <p15:guide id="4" orient="horz" pos="2333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Gold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ld Bar">
            <a:extLst>
              <a:ext uri="{FF2B5EF4-FFF2-40B4-BE49-F238E27FC236}">
                <a16:creationId xmlns:a16="http://schemas.microsoft.com/office/drawing/2014/main" id="{50FE6178-DC88-4788-BDB0-7B856173CEDC}"/>
              </a:ext>
            </a:extLst>
          </p:cNvPr>
          <p:cNvSpPr/>
          <p:nvPr userDrawn="1"/>
        </p:nvSpPr>
        <p:spPr>
          <a:xfrm>
            <a:off x="0" y="0"/>
            <a:ext cx="12192000" cy="86868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>
              <a:lnSpc>
                <a:spcPct val="90000"/>
              </a:lnSpc>
              <a:spcBef>
                <a:spcPts val="1200"/>
              </a:spcBef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362896-193A-460B-BF6E-A72AF2FDD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2" y="114300"/>
            <a:ext cx="11522075" cy="6400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Graphic 4">
            <a:extLst>
              <a:ext uri="{FF2B5EF4-FFF2-40B4-BE49-F238E27FC236}">
                <a16:creationId xmlns:a16="http://schemas.microsoft.com/office/drawing/2014/main" id="{6F3E88E0-D608-7563-85DC-F74B164FA28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962" y="6461692"/>
            <a:ext cx="240035" cy="22083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E29A634-B794-36DB-7CC8-B054ADE525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026" b="-2258"/>
          <a:stretch/>
        </p:blipFill>
        <p:spPr>
          <a:xfrm>
            <a:off x="829363" y="6454892"/>
            <a:ext cx="267599" cy="2344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1801BE-E7F7-D91B-F01F-D69324515F16}"/>
              </a:ext>
            </a:extLst>
          </p:cNvPr>
          <p:cNvSpPr txBox="1"/>
          <p:nvPr userDrawn="1"/>
        </p:nvSpPr>
        <p:spPr>
          <a:xfrm>
            <a:off x="581670" y="6502859"/>
            <a:ext cx="241020" cy="13849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9575034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547">
          <p15:clr>
            <a:srgbClr val="FBAE40"/>
          </p15:clr>
        </p15:guide>
        <p15:guide id="2" orient="horz" pos="720">
          <p15:clr>
            <a:srgbClr val="FBAE40"/>
          </p15:clr>
        </p15:guide>
        <p15:guide id="4" orient="horz" pos="2333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326C1-49EC-D20B-DF5F-38185DA169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76A9E4-7608-28D0-33DF-DF3BF4C7CD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470E0-236B-F626-DF0B-E51DF36B0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F8D8E-C627-4801-B6B8-103A04F4B08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9AB9AD-36A1-8153-7656-BAEA57EA3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E5745C-2D5D-8FEE-4DA3-A8EAF3133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0E454-48D5-46F1-B3DF-784DBEE161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8394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671EB-05AA-7742-796D-3733B5B0B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C335F5-CAE6-AFB8-96C6-3A914EC68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C75119-6C76-F694-D8B7-A14AB1F8A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F8D8E-C627-4801-B6B8-103A04F4B08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7B1F12-652A-601B-E835-DB4408ABB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E331F5-5F94-FE0B-DD2C-A452D6FA9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0E454-48D5-46F1-B3DF-784DBEE161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622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9AFCD-A1CD-9CEB-AC29-B3EEE97D9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21E06F-1058-67F5-9105-8980A417B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EC7385-783D-2089-BD41-A7D013FF5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F8D8E-C627-4801-B6B8-103A04F4B08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5D8608-9FEA-438F-6D32-247C90422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F72E1A-1EC1-F595-1AC1-46AFC9A4C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0E454-48D5-46F1-B3DF-784DBEE161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8681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5BF6C-3A20-E1EA-F94A-69D24833D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9E88B-D733-2D27-99DB-E7C9CD62AE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56D123-0EB6-9861-D08A-C6C586FB5D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1EDF77-0FF8-85C9-897B-3FD599D5D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F8D8E-C627-4801-B6B8-103A04F4B08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E8801A-7C9E-7DB4-28A9-0C2CC742E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FD6B18-269E-5606-F08F-2CE45F61D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0E454-48D5-46F1-B3DF-784DBEE161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1171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A94E9-0A27-F176-CCD7-B395B3A98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F6EE16-8891-AD02-64E1-110DBB4074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9F3401-B22D-64AF-21F0-908441AAED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DE2291-D5C9-0003-9EB9-E803EB7CD6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2C5D45-DF25-B366-6E7B-D083DF7BF0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8879C9-E8B7-F6C6-9148-F97BD663E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F8D8E-C627-4801-B6B8-103A04F4B08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8293D2-92E1-DA19-4BDD-2DB45981E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8D6CD5-CFD0-8999-DCC5-7CF2121ED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0E454-48D5-46F1-B3DF-784DBEE161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531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3A7DD-D555-7891-4365-525103B7B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EEB7F7-7B63-E38A-18AA-0B4CE3022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F8D8E-C627-4801-B6B8-103A04F4B08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914AF9-7E5D-1F37-BCF9-AFC56967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F20D9C-E310-77D0-4953-42D55B923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0E454-48D5-46F1-B3DF-784DBEE161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38403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EDE749-74DB-AEA4-F558-6C02F82BB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F8D8E-C627-4801-B6B8-103A04F4B08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0D8592-2828-0868-0E34-0441C4053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48F46D-BDF9-59A8-4EED-8B98A5AE8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0E454-48D5-46F1-B3DF-784DBEE161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30478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1ACEB-3DD6-625B-7842-A5DDEC515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F6F79-F5D2-1CAE-080D-EF225632A7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129443-BBC6-6F0A-015C-B09CF40961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0CF2B9-AAF3-E86E-CBA3-377520A03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F8D8E-C627-4801-B6B8-103A04F4B08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5F1280-A8A2-062C-6E93-09B88E9A7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AF0FBA-1B7D-1B2F-BF8C-29F3A9996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0E454-48D5-46F1-B3DF-784DBEE161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89411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B9F01-0EC2-1559-258C-CE8FBDBC8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B013AF-4401-E459-D0F5-700D99C52E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167CB8-CFAB-B2BE-88C6-21115B55ED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61E9C3-B7B4-FEBC-5800-CB87FD763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F8D8E-C627-4801-B6B8-103A04F4B08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8D7635-69A1-6B36-A64C-C5F17EA18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E78652-1B68-9787-FA21-6F3F23ED0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0E454-48D5-46F1-B3DF-784DBEE161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46737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FCDE2-AD90-3F46-7890-0F9E7A7AF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A218CE-69DF-A5F0-E4BF-B1E5AB68E5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ECCD7-60EE-89EE-6525-F44E95D34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F8D8E-C627-4801-B6B8-103A04F4B08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AB401C-33D0-4FC5-4981-73C3A8726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13A6B-E29A-7B76-993C-6A0DC773A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0E454-48D5-46F1-B3DF-784DBEE161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20020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DF09A7-8CF1-3C0E-FCDF-69D5F3B9E3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621ADB-2A1C-2DFE-7B95-49F33A1D7B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8E200A-1355-9C7D-24B9-B702EBDF3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F8D8E-C627-4801-B6B8-103A04F4B08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03F05-CBBD-9F29-D2CE-49C8B2CE2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7CFA27-EF95-0F41-AB1F-377940EDB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0E454-48D5-46F1-B3DF-784DBEE161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250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#">
            <a:extLst>
              <a:ext uri="{FF2B5EF4-FFF2-40B4-BE49-F238E27FC236}">
                <a16:creationId xmlns:a16="http://schemas.microsoft.com/office/drawing/2014/main" id="{7A0AC045-B0D9-4E25-91F7-9CC620BECAD4}"/>
              </a:ext>
            </a:extLst>
          </p:cNvPr>
          <p:cNvSpPr txBox="1"/>
          <p:nvPr userDrawn="1"/>
        </p:nvSpPr>
        <p:spPr>
          <a:xfrm>
            <a:off x="11694817" y="6492240"/>
            <a:ext cx="161903" cy="140423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lnSpc>
                <a:spcPct val="90000"/>
              </a:lnSpc>
              <a:spcBef>
                <a:spcPts val="600"/>
              </a:spcBef>
              <a:defRPr sz="1000"/>
            </a:lvl1pPr>
          </a:lstStyle>
          <a:p>
            <a:pPr lvl="0"/>
            <a:fld id="{25589270-315C-446D-8A4F-4844CE0CD1EA}" type="slidenum">
              <a:rPr lang="en-US" smtClean="0"/>
              <a:pPr lvl="0"/>
              <a:t>‹#›</a:t>
            </a:fld>
            <a:endParaRPr lang="en-US"/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BA985D98-3239-4503-8D46-06AE345F49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63" y="1143000"/>
            <a:ext cx="11522075" cy="51206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66EA084-203F-4328-9093-8ED05ED87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228601"/>
            <a:ext cx="11522075" cy="640080"/>
          </a:xfrm>
          <a:prstGeom prst="rect">
            <a:avLst/>
          </a:prstGeom>
        </p:spPr>
        <p:txBody>
          <a:bodyPr vert="horz" lIns="0" tIns="45720" rIns="0" bIns="0" rtlCol="0" anchor="ctr">
            <a:noAutofit/>
          </a:bodyPr>
          <a:lstStyle/>
          <a:p>
            <a:r>
              <a:rPr lang="en-US"/>
              <a:t>Click to edit</a:t>
            </a:r>
            <a:br>
              <a:rPr lang="en-US"/>
            </a:br>
            <a:r>
              <a:rPr lang="en-US"/>
              <a:t>master title slide</a:t>
            </a:r>
          </a:p>
        </p:txBody>
      </p:sp>
      <p:pic>
        <p:nvPicPr>
          <p:cNvPr id="4" name="Graphic 4">
            <a:extLst>
              <a:ext uri="{FF2B5EF4-FFF2-40B4-BE49-F238E27FC236}">
                <a16:creationId xmlns:a16="http://schemas.microsoft.com/office/drawing/2014/main" id="{46B1A5FD-C0FF-667E-A1D4-B91AAD0C5B4F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800" y="125721"/>
            <a:ext cx="240035" cy="2208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E228B49-1D39-87FE-D2E7-83F604811B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026" b="-2258"/>
          <a:stretch/>
        </p:blipFill>
        <p:spPr>
          <a:xfrm>
            <a:off x="11848201" y="118921"/>
            <a:ext cx="267599" cy="2344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5146850-4F80-FD7E-7659-1EB5598553EF}"/>
              </a:ext>
            </a:extLst>
          </p:cNvPr>
          <p:cNvSpPr txBox="1"/>
          <p:nvPr userDrawn="1"/>
        </p:nvSpPr>
        <p:spPr>
          <a:xfrm>
            <a:off x="11600508" y="166888"/>
            <a:ext cx="241020" cy="13849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</a:t>
            </a:r>
          </a:p>
        </p:txBody>
      </p:sp>
    </p:spTree>
    <p:custDataLst>
      <p:tags r:id="rId7"/>
    </p:custDataLst>
    <p:extLst>
      <p:ext uri="{BB962C8B-B14F-4D97-AF65-F5344CB8AC3E}">
        <p14:creationId xmlns:p14="http://schemas.microsoft.com/office/powerpoint/2010/main" val="2041099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25" r:id="rId2"/>
    <p:sldLayoutId id="2147483742" r:id="rId3"/>
    <p:sldLayoutId id="2147483734" r:id="rId4"/>
    <p:sldLayoutId id="2147483723" r:id="rId5"/>
  </p:sldLayoutIdLst>
  <p:transition>
    <p:fade/>
  </p:transition>
  <p:hf hdr="0" ftr="0" dt="0"/>
  <p:txStyles>
    <p:titleStyle>
      <a:lvl1pPr algn="l" defTabSz="914400" rtl="0" eaLnBrk="1" latinLnBrk="0" hangingPunct="1">
        <a:lnSpc>
          <a:spcPct val="80000"/>
        </a:lnSpc>
        <a:spcBef>
          <a:spcPts val="600"/>
        </a:spcBef>
        <a:buNone/>
        <a:defRPr sz="25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4625" indent="-174625" algn="l" defTabSz="914400" rtl="0" eaLnBrk="1" latinLnBrk="0" hangingPunct="1">
        <a:lnSpc>
          <a:spcPct val="90000"/>
        </a:lnSpc>
        <a:spcBef>
          <a:spcPts val="1800"/>
        </a:spcBef>
        <a:buClr>
          <a:schemeClr val="accent2"/>
        </a:buClr>
        <a:buSzPct val="85000"/>
        <a:buFont typeface="Symbol" panose="05050102010706020507" pitchFamily="18" charset="2"/>
        <a:buChar char="·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5938" indent="-231775" algn="l" defTabSz="914400" rtl="0" eaLnBrk="1" latinLnBrk="0" hangingPunct="1">
        <a:lnSpc>
          <a:spcPct val="90000"/>
        </a:lnSpc>
        <a:spcBef>
          <a:spcPts val="200"/>
        </a:spcBef>
        <a:buClr>
          <a:schemeClr val="accent2"/>
        </a:buClr>
        <a:buFont typeface="Speedee" panose="020B06030305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9775" indent="-168275" algn="l" defTabSz="914400" rtl="0" eaLnBrk="1" latinLnBrk="0" hangingPunct="1">
        <a:lnSpc>
          <a:spcPct val="90000"/>
        </a:lnSpc>
        <a:spcBef>
          <a:spcPts val="200"/>
        </a:spcBef>
        <a:buClr>
          <a:schemeClr val="tx2"/>
        </a:buClr>
        <a:buSzPct val="85000"/>
        <a:buFont typeface="Symbol" panose="05050102010706020507" pitchFamily="18" charset="2"/>
        <a:buChar char="·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973138" indent="-173038" algn="l" defTabSz="914400" rtl="0" eaLnBrk="1" latinLnBrk="0" hangingPunct="1">
        <a:lnSpc>
          <a:spcPct val="90000"/>
        </a:lnSpc>
        <a:spcBef>
          <a:spcPts val="200"/>
        </a:spcBef>
        <a:buClr>
          <a:schemeClr val="accent2"/>
        </a:buClr>
        <a:buFont typeface="Speedee" panose="020B06030305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96975" indent="-169863" algn="l" defTabSz="914400" rtl="0" eaLnBrk="1" latinLnBrk="0" hangingPunct="1">
        <a:lnSpc>
          <a:spcPct val="90000"/>
        </a:lnSpc>
        <a:spcBef>
          <a:spcPts val="200"/>
        </a:spcBef>
        <a:buClr>
          <a:schemeClr val="accent2"/>
        </a:buClr>
        <a:buFont typeface="Speedee" panose="020B06030305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pos="211">
          <p15:clr>
            <a:srgbClr val="F26B43"/>
          </p15:clr>
        </p15:guide>
        <p15:guide id="3" pos="7469">
          <p15:clr>
            <a:srgbClr val="F26B43"/>
          </p15:clr>
        </p15:guide>
        <p15:guide id="4" pos="1910">
          <p15:clr>
            <a:srgbClr val="F26B43"/>
          </p15:clr>
        </p15:guide>
        <p15:guide id="5" pos="5770">
          <p15:clr>
            <a:srgbClr val="F26B43"/>
          </p15:clr>
        </p15:guide>
        <p15:guide id="7" orient="horz" pos="144">
          <p15:clr>
            <a:srgbClr val="F26B43"/>
          </p15:clr>
        </p15:guide>
        <p15:guide id="8" orient="horz" pos="4176">
          <p15:clr>
            <a:srgbClr val="F26B43"/>
          </p15:clr>
        </p15:guide>
        <p15:guide id="11" orient="horz" pos="1440">
          <p15:clr>
            <a:srgbClr val="F26B43"/>
          </p15:clr>
        </p15:guide>
        <p15:guide id="12" orient="horz" pos="2880">
          <p15:clr>
            <a:srgbClr val="F26B43"/>
          </p15:clr>
        </p15:guide>
        <p15:guide id="13" orient="horz" pos="2160">
          <p15:clr>
            <a:srgbClr val="F26B43"/>
          </p15:clr>
        </p15:guide>
        <p15:guide id="14" orient="horz" pos="3946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108AB3-AC87-D8AE-7465-A998DC79E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739482-0782-52A4-25C2-D231E12F7D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5AB956-1010-6AE2-FAE7-CC67F4848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9F8D8E-C627-4801-B6B8-103A04F4B08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DB475-16E6-25D1-98FC-4D516200AF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0F94C-48C5-13C2-9706-DD9A734AB6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C0E454-48D5-46F1-B3DF-784DBEE161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9735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13" Type="http://schemas.openxmlformats.org/officeDocument/2006/relationships/diagramLayout" Target="../diagrams/layout5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12" Type="http://schemas.openxmlformats.org/officeDocument/2006/relationships/diagramData" Target="../diagrams/data5.xml"/><Relationship Id="rId2" Type="http://schemas.openxmlformats.org/officeDocument/2006/relationships/diagramData" Target="../diagrams/data3.xml"/><Relationship Id="rId16" Type="http://schemas.microsoft.com/office/2007/relationships/diagramDrawing" Target="../diagrams/drawing5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5" Type="http://schemas.openxmlformats.org/officeDocument/2006/relationships/diagramColors" Target="../diagrams/colors5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Relationship Id="rId14" Type="http://schemas.openxmlformats.org/officeDocument/2006/relationships/diagramQuickStyle" Target="../diagrams/quickStyle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7.xml"/><Relationship Id="rId3" Type="http://schemas.openxmlformats.org/officeDocument/2006/relationships/diagramLayout" Target="../diagrams/layout6.xml"/><Relationship Id="rId7" Type="http://schemas.openxmlformats.org/officeDocument/2006/relationships/diagramData" Target="../diagrams/data7.xml"/><Relationship Id="rId12" Type="http://schemas.openxmlformats.org/officeDocument/2006/relationships/image" Target="../media/image6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6.xml"/><Relationship Id="rId11" Type="http://schemas.microsoft.com/office/2007/relationships/diagramDrawing" Target="../diagrams/drawing7.xml"/><Relationship Id="rId5" Type="http://schemas.openxmlformats.org/officeDocument/2006/relationships/diagramColors" Target="../diagrams/colors6.xml"/><Relationship Id="rId10" Type="http://schemas.openxmlformats.org/officeDocument/2006/relationships/diagramColors" Target="../diagrams/colors7.xml"/><Relationship Id="rId4" Type="http://schemas.openxmlformats.org/officeDocument/2006/relationships/diagramQuickStyle" Target="../diagrams/quickStyle6.xml"/><Relationship Id="rId9" Type="http://schemas.openxmlformats.org/officeDocument/2006/relationships/diagramQuickStyle" Target="../diagrams/quickStyle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9.xml"/><Relationship Id="rId3" Type="http://schemas.openxmlformats.org/officeDocument/2006/relationships/diagramLayout" Target="../diagrams/layout8.xml"/><Relationship Id="rId7" Type="http://schemas.openxmlformats.org/officeDocument/2006/relationships/diagramData" Target="../diagrams/data9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8.xml"/><Relationship Id="rId11" Type="http://schemas.microsoft.com/office/2007/relationships/diagramDrawing" Target="../diagrams/drawing9.xml"/><Relationship Id="rId5" Type="http://schemas.openxmlformats.org/officeDocument/2006/relationships/diagramColors" Target="../diagrams/colors8.xml"/><Relationship Id="rId10" Type="http://schemas.openxmlformats.org/officeDocument/2006/relationships/diagramColors" Target="../diagrams/colors9.xml"/><Relationship Id="rId4" Type="http://schemas.openxmlformats.org/officeDocument/2006/relationships/diagramQuickStyle" Target="../diagrams/quickStyle8.xml"/><Relationship Id="rId9" Type="http://schemas.openxmlformats.org/officeDocument/2006/relationships/diagramQuickStyle" Target="../diagrams/quickStyle9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1.xml"/><Relationship Id="rId13" Type="http://schemas.openxmlformats.org/officeDocument/2006/relationships/image" Target="../media/image8.png"/><Relationship Id="rId3" Type="http://schemas.openxmlformats.org/officeDocument/2006/relationships/diagramLayout" Target="../diagrams/layout10.xml"/><Relationship Id="rId7" Type="http://schemas.openxmlformats.org/officeDocument/2006/relationships/diagramData" Target="../diagrams/data11.xml"/><Relationship Id="rId12" Type="http://schemas.openxmlformats.org/officeDocument/2006/relationships/image" Target="../media/image7.svg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0.xml"/><Relationship Id="rId11" Type="http://schemas.microsoft.com/office/2007/relationships/diagramDrawing" Target="../diagrams/drawing11.xml"/><Relationship Id="rId5" Type="http://schemas.openxmlformats.org/officeDocument/2006/relationships/diagramColors" Target="../diagrams/colors10.xml"/><Relationship Id="rId10" Type="http://schemas.openxmlformats.org/officeDocument/2006/relationships/diagramColors" Target="../diagrams/colors11.xml"/><Relationship Id="rId4" Type="http://schemas.openxmlformats.org/officeDocument/2006/relationships/diagramQuickStyle" Target="../diagrams/quickStyle10.xml"/><Relationship Id="rId9" Type="http://schemas.openxmlformats.org/officeDocument/2006/relationships/diagramQuickStyle" Target="../diagrams/quickStyle1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3.xml"/><Relationship Id="rId3" Type="http://schemas.openxmlformats.org/officeDocument/2006/relationships/diagramLayout" Target="../diagrams/layout12.xml"/><Relationship Id="rId7" Type="http://schemas.openxmlformats.org/officeDocument/2006/relationships/diagramData" Target="../diagrams/data13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2.xml"/><Relationship Id="rId11" Type="http://schemas.microsoft.com/office/2007/relationships/diagramDrawing" Target="../diagrams/drawing13.xml"/><Relationship Id="rId5" Type="http://schemas.openxmlformats.org/officeDocument/2006/relationships/diagramColors" Target="../diagrams/colors12.xml"/><Relationship Id="rId10" Type="http://schemas.openxmlformats.org/officeDocument/2006/relationships/diagramColors" Target="../diagrams/colors13.xml"/><Relationship Id="rId4" Type="http://schemas.openxmlformats.org/officeDocument/2006/relationships/diagramQuickStyle" Target="../diagrams/quickStyle12.xml"/><Relationship Id="rId9" Type="http://schemas.openxmlformats.org/officeDocument/2006/relationships/diagramQuickStyle" Target="../diagrams/quickStyle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0BCFD90-BCF7-5228-A85E-D6CE73DF72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280" y="1437360"/>
            <a:ext cx="8069684" cy="527144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3000" dirty="0"/>
              <a:t>PTA Automation Tool - </a:t>
            </a:r>
            <a:br>
              <a:rPr lang="en-US" sz="3000" dirty="0"/>
            </a:br>
            <a:r>
              <a:rPr lang="en-US" sz="3000" dirty="0"/>
              <a:t>Process Improvement</a:t>
            </a:r>
            <a:br>
              <a:rPr lang="en-US" sz="3000" dirty="0"/>
            </a:br>
            <a:br>
              <a:rPr lang="en-US" sz="3000" dirty="0"/>
            </a:b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16C6C2-5732-0A24-605D-634ED76C9643}"/>
              </a:ext>
            </a:extLst>
          </p:cNvPr>
          <p:cNvSpPr txBox="1"/>
          <p:nvPr/>
        </p:nvSpPr>
        <p:spPr>
          <a:xfrm>
            <a:off x="161223" y="6339475"/>
            <a:ext cx="6097604" cy="369332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r>
              <a:rPr lang="en-US" dirty="0"/>
              <a:t> - RFM US Data Management (Offshore)</a:t>
            </a:r>
            <a:r>
              <a:rPr lang="en-US" sz="1800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2954989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A566B-D055-71BF-9C54-9F7C40C3B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Contributors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1B72096B-7BF5-29AE-4E53-C11A38274E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95706261"/>
              </p:ext>
            </p:extLst>
          </p:nvPr>
        </p:nvGraphicFramePr>
        <p:xfrm>
          <a:off x="806196" y="1696212"/>
          <a:ext cx="10579608" cy="35707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02425573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DD863-F68E-D323-7FE6-D7C1B27AF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2" y="114300"/>
            <a:ext cx="11522075" cy="607181"/>
          </a:xfrm>
        </p:spPr>
        <p:txBody>
          <a:bodyPr/>
          <a:lstStyle/>
          <a:p>
            <a:r>
              <a:rPr lang="en-US" dirty="0"/>
              <a:t>Pricing, Taxing &amp; Activation (PTA) - Process &amp;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A1B08A-5B05-48DA-774C-F50A769823D5}"/>
              </a:ext>
            </a:extLst>
          </p:cNvPr>
          <p:cNvSpPr txBox="1"/>
          <p:nvPr/>
        </p:nvSpPr>
        <p:spPr>
          <a:xfrm>
            <a:off x="4325112" y="1296215"/>
            <a:ext cx="6986016" cy="461665"/>
          </a:xfrm>
          <a:prstGeom prst="rect">
            <a:avLst/>
          </a:prstGeom>
          <a:noFill/>
          <a:ln w="25400">
            <a:noFill/>
          </a:ln>
        </p:spPr>
        <p:txBody>
          <a:bodyPr wrap="square" tIns="91440" bIns="91440" rtlCol="0">
            <a:spAutoFit/>
          </a:bodyPr>
          <a:lstStyle/>
          <a:p>
            <a:pPr fontAlgn="base"/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0E98695-1E69-3EE5-F410-D79F85F928C3}"/>
              </a:ext>
            </a:extLst>
          </p:cNvPr>
          <p:cNvSpPr/>
          <p:nvPr/>
        </p:nvSpPr>
        <p:spPr>
          <a:xfrm>
            <a:off x="2133600" y="1613763"/>
            <a:ext cx="9814877" cy="836059"/>
          </a:xfrm>
          <a:prstGeom prst="roundRect">
            <a:avLst/>
          </a:prstGeom>
          <a:solidFill>
            <a:schemeClr val="bg1"/>
          </a:solidFill>
          <a:ln w="25400">
            <a:solidFill>
              <a:srgbClr val="0960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</a:pPr>
            <a:endParaRPr lang="en-US" sz="1400" dirty="0">
              <a:solidFill>
                <a:schemeClr val="tx1"/>
              </a:solidFill>
              <a:latin typeface="Segoe UI" panose="020B0502040204020203" pitchFamily="34" charset="0"/>
            </a:endParaRP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sz="1400" dirty="0">
                <a:solidFill>
                  <a:schemeClr val="tx1"/>
                </a:solidFill>
                <a:latin typeface="Segoe UI" panose="020B0502040204020203" pitchFamily="34" charset="0"/>
              </a:rPr>
              <a:t>Oversee the end-to-end process of pricing, activating, and monitoring new menu items across all restaurants, enabling operational teams to track activation status through PTA dashboards and drive timely store-level compliance.</a:t>
            </a:r>
          </a:p>
          <a:p>
            <a:pPr algn="l">
              <a:lnSpc>
                <a:spcPct val="90000"/>
              </a:lnSpc>
              <a:spcBef>
                <a:spcPts val="600"/>
              </a:spcBef>
            </a:pPr>
            <a:endParaRPr lang="en-IN" sz="1400" dirty="0" err="1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CAD8FE6-2EF2-F2CC-445D-79F3D208B7E6}"/>
              </a:ext>
            </a:extLst>
          </p:cNvPr>
          <p:cNvSpPr/>
          <p:nvPr/>
        </p:nvSpPr>
        <p:spPr>
          <a:xfrm>
            <a:off x="341756" y="1201854"/>
            <a:ext cx="1362456" cy="325193"/>
          </a:xfrm>
          <a:prstGeom prst="rect">
            <a:avLst/>
          </a:prstGeom>
          <a:solidFill>
            <a:srgbClr val="096082"/>
          </a:solidFill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b="1" dirty="0">
                <a:solidFill>
                  <a:schemeClr val="bg1"/>
                </a:solidFill>
              </a:rPr>
              <a:t>PTA</a:t>
            </a:r>
            <a:endParaRPr lang="en-IN" b="1" dirty="0" err="1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74A39D3-7B4A-E45B-60CC-78242EEDD59E}"/>
              </a:ext>
            </a:extLst>
          </p:cNvPr>
          <p:cNvSpPr/>
          <p:nvPr/>
        </p:nvSpPr>
        <p:spPr>
          <a:xfrm>
            <a:off x="334962" y="3022177"/>
            <a:ext cx="2088198" cy="406823"/>
          </a:xfrm>
          <a:prstGeom prst="rect">
            <a:avLst/>
          </a:prstGeom>
          <a:solidFill>
            <a:srgbClr val="096082"/>
          </a:solidFill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b="1" dirty="0">
                <a:solidFill>
                  <a:schemeClr val="bg1"/>
                </a:solidFill>
              </a:rPr>
              <a:t>Process Workflow</a:t>
            </a:r>
            <a:endParaRPr lang="en-IN" b="1" dirty="0" err="1"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7D756DB-5D30-2F36-2A57-CCE15EB8678C}"/>
              </a:ext>
            </a:extLst>
          </p:cNvPr>
          <p:cNvSpPr/>
          <p:nvPr/>
        </p:nvSpPr>
        <p:spPr>
          <a:xfrm>
            <a:off x="6297168" y="3832562"/>
            <a:ext cx="1685544" cy="384891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IN" sz="1600" b="1" dirty="0" err="1">
              <a:solidFill>
                <a:srgbClr val="FF0000"/>
              </a:solidFill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3E1D6FBB-166F-5F10-65B8-7138FF35791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5054246"/>
              </p:ext>
            </p:extLst>
          </p:nvPr>
        </p:nvGraphicFramePr>
        <p:xfrm>
          <a:off x="116840" y="3506541"/>
          <a:ext cx="11958320" cy="26870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94548260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56F0B-3E18-D819-6F0E-A9FE3EB34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2" y="114300"/>
            <a:ext cx="11522075" cy="640080"/>
          </a:xfrm>
        </p:spPr>
        <p:txBody>
          <a:bodyPr/>
          <a:lstStyle/>
          <a:p>
            <a:r>
              <a:rPr lang="en-US" dirty="0"/>
              <a:t>Challenges &amp; Proposed Solution</a:t>
            </a:r>
            <a:endParaRPr lang="en-IN" dirty="0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42D80C6B-28E5-9A63-EE36-F3BC66C1F3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06273384"/>
              </p:ext>
            </p:extLst>
          </p:nvPr>
        </p:nvGraphicFramePr>
        <p:xfrm>
          <a:off x="-1537208" y="97874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92148AE3-BBC0-4FF2-D30E-8CB08121BF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58913234"/>
              </p:ext>
            </p:extLst>
          </p:nvPr>
        </p:nvGraphicFramePr>
        <p:xfrm>
          <a:off x="5003800" y="2842429"/>
          <a:ext cx="2960624" cy="1173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D218D183-B71D-C0B6-5258-E6A880A9F0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97036088"/>
              </p:ext>
            </p:extLst>
          </p:nvPr>
        </p:nvGraphicFramePr>
        <p:xfrm>
          <a:off x="7964424" y="1392935"/>
          <a:ext cx="3910901" cy="47183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1640525316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52CA2-9A98-B607-E11E-35CC3C618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Implementation &amp; </a:t>
            </a:r>
            <a:r>
              <a:rPr lang="en-US" dirty="0"/>
              <a:t>Pre-requisites</a:t>
            </a:r>
            <a:endParaRPr lang="en-IN" dirty="0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85B91FC5-2E3D-13B6-79D1-E450790429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30883592"/>
              </p:ext>
            </p:extLst>
          </p:nvPr>
        </p:nvGraphicFramePr>
        <p:xfrm>
          <a:off x="334962" y="4168226"/>
          <a:ext cx="9900920" cy="29013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45DF6FDE-4438-90A8-FDF0-24C4E3E53706}"/>
              </a:ext>
            </a:extLst>
          </p:cNvPr>
          <p:cNvGrpSpPr/>
          <p:nvPr/>
        </p:nvGrpSpPr>
        <p:grpSpPr>
          <a:xfrm>
            <a:off x="159985" y="1053263"/>
            <a:ext cx="9710689" cy="2849094"/>
            <a:chOff x="-1" y="2883277"/>
            <a:chExt cx="11046460" cy="370768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2FDD531-D82F-48CB-38DF-7ED2A6FA4B34}"/>
                </a:ext>
              </a:extLst>
            </p:cNvPr>
            <p:cNvSpPr/>
            <p:nvPr/>
          </p:nvSpPr>
          <p:spPr>
            <a:xfrm>
              <a:off x="1145539" y="2898648"/>
              <a:ext cx="9900920" cy="3692313"/>
            </a:xfrm>
            <a:prstGeom prst="rect">
              <a:avLst/>
            </a:prstGeom>
            <a:ln w="12700"/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3CF115C-542E-A6A9-AB75-579CB58E49BA}"/>
                </a:ext>
              </a:extLst>
            </p:cNvPr>
            <p:cNvSpPr/>
            <p:nvPr/>
          </p:nvSpPr>
          <p:spPr>
            <a:xfrm rot="16200000">
              <a:off x="668465" y="2230186"/>
              <a:ext cx="883901" cy="2220821"/>
            </a:xfrm>
            <a:custGeom>
              <a:avLst/>
              <a:gdLst>
                <a:gd name="csX0" fmla="*/ 0 w 1359850"/>
                <a:gd name="csY0" fmla="*/ 0 h 951895"/>
                <a:gd name="csX1" fmla="*/ 883903 w 1359850"/>
                <a:gd name="csY1" fmla="*/ 0 h 951895"/>
                <a:gd name="csX2" fmla="*/ 1359850 w 1359850"/>
                <a:gd name="csY2" fmla="*/ 475948 h 951895"/>
                <a:gd name="csX3" fmla="*/ 883903 w 1359850"/>
                <a:gd name="csY3" fmla="*/ 951895 h 951895"/>
                <a:gd name="csX4" fmla="*/ 0 w 1359850"/>
                <a:gd name="csY4" fmla="*/ 951895 h 951895"/>
                <a:gd name="csX5" fmla="*/ 475948 w 1359850"/>
                <a:gd name="csY5" fmla="*/ 475948 h 951895"/>
                <a:gd name="csX6" fmla="*/ 0 w 1359850"/>
                <a:gd name="csY6" fmla="*/ 0 h 9518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359850" h="951895">
                  <a:moveTo>
                    <a:pt x="1359849" y="0"/>
                  </a:moveTo>
                  <a:lnTo>
                    <a:pt x="1359849" y="618732"/>
                  </a:lnTo>
                  <a:lnTo>
                    <a:pt x="679924" y="951895"/>
                  </a:lnTo>
                  <a:lnTo>
                    <a:pt x="1" y="618732"/>
                  </a:lnTo>
                  <a:lnTo>
                    <a:pt x="1" y="0"/>
                  </a:lnTo>
                  <a:lnTo>
                    <a:pt x="679924" y="333164"/>
                  </a:lnTo>
                  <a:lnTo>
                    <a:pt x="1359849" y="0"/>
                  </a:lnTo>
                  <a:close/>
                </a:path>
              </a:pathLst>
            </a:custGeom>
            <a:solidFill>
              <a:srgbClr val="096082"/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vert" wrap="square" lIns="13971" tIns="489919" rIns="13970" bIns="489917" numCol="1" spcCol="1270" anchor="ctr" anchorCtr="0">
              <a:noAutofit/>
            </a:bodyPr>
            <a:lstStyle/>
            <a:p>
              <a:pPr marL="0" lvl="0" indent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b="1" kern="1200" dirty="0"/>
                <a:t>    Phase 1</a:t>
              </a:r>
              <a:endParaRPr lang="en-IN" b="1" kern="1200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2C831249-07DF-583D-51B4-FA29A295DC0B}"/>
                </a:ext>
              </a:extLst>
            </p:cNvPr>
            <p:cNvSpPr/>
            <p:nvPr/>
          </p:nvSpPr>
          <p:spPr>
            <a:xfrm>
              <a:off x="1874107" y="2883277"/>
              <a:ext cx="7999792" cy="883901"/>
            </a:xfrm>
            <a:custGeom>
              <a:avLst/>
              <a:gdLst>
                <a:gd name="csX0" fmla="*/ 147320 w 883902"/>
                <a:gd name="csY0" fmla="*/ 0 h 8949024"/>
                <a:gd name="csX1" fmla="*/ 736582 w 883902"/>
                <a:gd name="csY1" fmla="*/ 0 h 8949024"/>
                <a:gd name="csX2" fmla="*/ 883902 w 883902"/>
                <a:gd name="csY2" fmla="*/ 147320 h 8949024"/>
                <a:gd name="csX3" fmla="*/ 883902 w 883902"/>
                <a:gd name="csY3" fmla="*/ 8949024 h 8949024"/>
                <a:gd name="csX4" fmla="*/ 883902 w 883902"/>
                <a:gd name="csY4" fmla="*/ 8949024 h 8949024"/>
                <a:gd name="csX5" fmla="*/ 0 w 883902"/>
                <a:gd name="csY5" fmla="*/ 8949024 h 8949024"/>
                <a:gd name="csX6" fmla="*/ 0 w 883902"/>
                <a:gd name="csY6" fmla="*/ 8949024 h 8949024"/>
                <a:gd name="csX7" fmla="*/ 0 w 883902"/>
                <a:gd name="csY7" fmla="*/ 147320 h 8949024"/>
                <a:gd name="csX8" fmla="*/ 147320 w 883902"/>
                <a:gd name="csY8" fmla="*/ 0 h 89490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883902" h="8949024">
                  <a:moveTo>
                    <a:pt x="883902" y="1491538"/>
                  </a:moveTo>
                  <a:lnTo>
                    <a:pt x="883902" y="7457486"/>
                  </a:lnTo>
                  <a:cubicBezTo>
                    <a:pt x="883902" y="8281241"/>
                    <a:pt x="877387" y="8949019"/>
                    <a:pt x="869351" y="8949019"/>
                  </a:cubicBezTo>
                  <a:lnTo>
                    <a:pt x="0" y="8949019"/>
                  </a:lnTo>
                  <a:lnTo>
                    <a:pt x="0" y="8949019"/>
                  </a:lnTo>
                  <a:lnTo>
                    <a:pt x="0" y="5"/>
                  </a:lnTo>
                  <a:lnTo>
                    <a:pt x="0" y="5"/>
                  </a:lnTo>
                  <a:lnTo>
                    <a:pt x="869351" y="5"/>
                  </a:lnTo>
                  <a:cubicBezTo>
                    <a:pt x="877387" y="5"/>
                    <a:pt x="883902" y="667783"/>
                    <a:pt x="883902" y="1491538"/>
                  </a:cubicBezTo>
                  <a:close/>
                </a:path>
              </a:pathLst>
            </a:custGeom>
            <a:ln w="28575">
              <a:solidFill>
                <a:srgbClr val="002060"/>
              </a:solidFill>
            </a:ln>
          </p:spPr>
          <p:style>
            <a:lnRef idx="2">
              <a:scrgbClr r="0" g="0" b="0"/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2241" tIns="55848" rIns="55848" bIns="55850" numCol="1" spcCol="1270" anchor="ctr" anchorCtr="0">
              <a:noAutofit/>
            </a:bodyPr>
            <a:lstStyle/>
            <a:p>
              <a:pPr marL="228600" lvl="1" indent="-228600" algn="l" defTabSz="8890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600" b="1" i="1" kern="1200" dirty="0"/>
                <a:t>Macro Tool</a:t>
              </a:r>
            </a:p>
            <a:p>
              <a:pPr marL="228600" lvl="1" indent="-228600" algn="l" defTabSz="8890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400" kern="1200" dirty="0"/>
                <a:t>As a first step we have prepared a macro tool to create dashboard ready files.</a:t>
              </a:r>
            </a:p>
            <a:p>
              <a:pPr marL="228600" lvl="1" indent="-228600" algn="l" defTabSz="8890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400" kern="1200" dirty="0"/>
                <a:t>Still hav</a:t>
              </a:r>
              <a:r>
                <a:rPr lang="en-US" sz="1400" dirty="0"/>
                <a:t>ing certain challenges where need to copy/paste large data sets.</a:t>
              </a:r>
              <a:endParaRPr lang="en-IN" sz="1400" kern="1200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4846123-61DF-A20E-9FA9-8143A6DC30B2}"/>
                </a:ext>
              </a:extLst>
            </p:cNvPr>
            <p:cNvSpPr/>
            <p:nvPr/>
          </p:nvSpPr>
          <p:spPr>
            <a:xfrm rot="16200000">
              <a:off x="668462" y="3396413"/>
              <a:ext cx="883901" cy="2220827"/>
            </a:xfrm>
            <a:custGeom>
              <a:avLst/>
              <a:gdLst>
                <a:gd name="csX0" fmla="*/ 0 w 1359850"/>
                <a:gd name="csY0" fmla="*/ 0 h 951895"/>
                <a:gd name="csX1" fmla="*/ 883903 w 1359850"/>
                <a:gd name="csY1" fmla="*/ 0 h 951895"/>
                <a:gd name="csX2" fmla="*/ 1359850 w 1359850"/>
                <a:gd name="csY2" fmla="*/ 475948 h 951895"/>
                <a:gd name="csX3" fmla="*/ 883903 w 1359850"/>
                <a:gd name="csY3" fmla="*/ 951895 h 951895"/>
                <a:gd name="csX4" fmla="*/ 0 w 1359850"/>
                <a:gd name="csY4" fmla="*/ 951895 h 951895"/>
                <a:gd name="csX5" fmla="*/ 475948 w 1359850"/>
                <a:gd name="csY5" fmla="*/ 475948 h 951895"/>
                <a:gd name="csX6" fmla="*/ 0 w 1359850"/>
                <a:gd name="csY6" fmla="*/ 0 h 9518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359850" h="951895">
                  <a:moveTo>
                    <a:pt x="1359849" y="0"/>
                  </a:moveTo>
                  <a:lnTo>
                    <a:pt x="1359849" y="618732"/>
                  </a:lnTo>
                  <a:lnTo>
                    <a:pt x="679924" y="951895"/>
                  </a:lnTo>
                  <a:lnTo>
                    <a:pt x="1" y="618732"/>
                  </a:lnTo>
                  <a:lnTo>
                    <a:pt x="1" y="0"/>
                  </a:lnTo>
                  <a:lnTo>
                    <a:pt x="679924" y="333164"/>
                  </a:lnTo>
                  <a:lnTo>
                    <a:pt x="1359849" y="0"/>
                  </a:lnTo>
                  <a:close/>
                </a:path>
              </a:pathLst>
            </a:custGeom>
            <a:solidFill>
              <a:srgbClr val="096082"/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vert" wrap="square" lIns="13971" tIns="489919" rIns="13970" bIns="489917" numCol="1" spcCol="1270" anchor="ctr" anchorCtr="0">
              <a:noAutofit/>
            </a:bodyPr>
            <a:lstStyle/>
            <a:p>
              <a:pPr marL="0" lvl="0" indent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b="1" kern="1200" dirty="0"/>
                <a:t>    Phase 2</a:t>
              </a:r>
              <a:endParaRPr lang="en-IN" b="1" kern="1200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26F8FE0-6FA9-46DF-4DB0-186474D061EA}"/>
                </a:ext>
              </a:extLst>
            </p:cNvPr>
            <p:cNvSpPr/>
            <p:nvPr/>
          </p:nvSpPr>
          <p:spPr>
            <a:xfrm>
              <a:off x="1874107" y="4006466"/>
              <a:ext cx="7999792" cy="883901"/>
            </a:xfrm>
            <a:custGeom>
              <a:avLst/>
              <a:gdLst>
                <a:gd name="csX0" fmla="*/ 147320 w 883902"/>
                <a:gd name="csY0" fmla="*/ 0 h 8949024"/>
                <a:gd name="csX1" fmla="*/ 736582 w 883902"/>
                <a:gd name="csY1" fmla="*/ 0 h 8949024"/>
                <a:gd name="csX2" fmla="*/ 883902 w 883902"/>
                <a:gd name="csY2" fmla="*/ 147320 h 8949024"/>
                <a:gd name="csX3" fmla="*/ 883902 w 883902"/>
                <a:gd name="csY3" fmla="*/ 8949024 h 8949024"/>
                <a:gd name="csX4" fmla="*/ 883902 w 883902"/>
                <a:gd name="csY4" fmla="*/ 8949024 h 8949024"/>
                <a:gd name="csX5" fmla="*/ 0 w 883902"/>
                <a:gd name="csY5" fmla="*/ 8949024 h 8949024"/>
                <a:gd name="csX6" fmla="*/ 0 w 883902"/>
                <a:gd name="csY6" fmla="*/ 8949024 h 8949024"/>
                <a:gd name="csX7" fmla="*/ 0 w 883902"/>
                <a:gd name="csY7" fmla="*/ 147320 h 8949024"/>
                <a:gd name="csX8" fmla="*/ 147320 w 883902"/>
                <a:gd name="csY8" fmla="*/ 0 h 89490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883902" h="8949024">
                  <a:moveTo>
                    <a:pt x="883902" y="1491538"/>
                  </a:moveTo>
                  <a:lnTo>
                    <a:pt x="883902" y="7457486"/>
                  </a:lnTo>
                  <a:cubicBezTo>
                    <a:pt x="883902" y="8281241"/>
                    <a:pt x="877387" y="8949019"/>
                    <a:pt x="869351" y="8949019"/>
                  </a:cubicBezTo>
                  <a:lnTo>
                    <a:pt x="0" y="8949019"/>
                  </a:lnTo>
                  <a:lnTo>
                    <a:pt x="0" y="8949019"/>
                  </a:lnTo>
                  <a:lnTo>
                    <a:pt x="0" y="5"/>
                  </a:lnTo>
                  <a:lnTo>
                    <a:pt x="0" y="5"/>
                  </a:lnTo>
                  <a:lnTo>
                    <a:pt x="869351" y="5"/>
                  </a:lnTo>
                  <a:cubicBezTo>
                    <a:pt x="877387" y="5"/>
                    <a:pt x="883902" y="667783"/>
                    <a:pt x="883902" y="1491538"/>
                  </a:cubicBezTo>
                  <a:close/>
                </a:path>
              </a:pathLst>
            </a:custGeom>
            <a:ln w="28575">
              <a:solidFill>
                <a:srgbClr val="002060"/>
              </a:solidFill>
            </a:ln>
          </p:spPr>
          <p:style>
            <a:lnRef idx="2">
              <a:scrgbClr r="0" g="0" b="0"/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2241" tIns="55848" rIns="55848" bIns="55850" numCol="1" spcCol="1270" anchor="ctr" anchorCtr="0">
              <a:noAutofit/>
            </a:bodyPr>
            <a:lstStyle/>
            <a:p>
              <a:pPr marL="228600" lvl="1" indent="-228600" algn="l" defTabSz="8890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en-US" sz="1600" b="1" i="1" kern="1200" dirty="0"/>
            </a:p>
            <a:p>
              <a:pPr marL="228600" lvl="1" indent="-228600" algn="l" defTabSz="8890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en-US" sz="1600" b="1" i="1" kern="1200" dirty="0"/>
            </a:p>
            <a:p>
              <a:pPr marL="228600" lvl="1" indent="-228600" algn="l" defTabSz="8890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600" b="1" i="1" kern="1200" dirty="0"/>
                <a:t>Integration of Macro Script with Python Language</a:t>
              </a:r>
            </a:p>
            <a:p>
              <a:pPr marL="228600" lvl="1" indent="-228600" algn="l" defTabSz="8890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400" i="1" kern="1200" dirty="0"/>
                <a:t>Integrated Macro script with Python to make process easier for end user.</a:t>
              </a:r>
            </a:p>
            <a:p>
              <a:pPr marL="228600" lvl="1" indent="-228600" algn="l" defTabSz="8890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400" i="1" dirty="0"/>
                <a:t>Added auto validation method for the validation of dashboard ready files.</a:t>
              </a:r>
              <a:endParaRPr lang="en-US" sz="1400" i="1" kern="1200" dirty="0"/>
            </a:p>
            <a:p>
              <a:pPr marL="228600" lvl="1" indent="-228600" algn="l" defTabSz="8890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en-US" sz="1600" b="1" i="1" kern="1200" dirty="0"/>
            </a:p>
            <a:p>
              <a:pPr marL="228600" lvl="1" indent="-228600" algn="l" defTabSz="8890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en-IN" sz="1600" b="1" i="1" kern="1200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93E4B17-461B-7A54-6C6A-FC03E75C2D73}"/>
                </a:ext>
              </a:extLst>
            </p:cNvPr>
            <p:cNvSpPr/>
            <p:nvPr/>
          </p:nvSpPr>
          <p:spPr>
            <a:xfrm rot="16200000">
              <a:off x="668463" y="4582440"/>
              <a:ext cx="883901" cy="2220825"/>
            </a:xfrm>
            <a:custGeom>
              <a:avLst/>
              <a:gdLst>
                <a:gd name="csX0" fmla="*/ 0 w 1359850"/>
                <a:gd name="csY0" fmla="*/ 0 h 951895"/>
                <a:gd name="csX1" fmla="*/ 883903 w 1359850"/>
                <a:gd name="csY1" fmla="*/ 0 h 951895"/>
                <a:gd name="csX2" fmla="*/ 1359850 w 1359850"/>
                <a:gd name="csY2" fmla="*/ 475948 h 951895"/>
                <a:gd name="csX3" fmla="*/ 883903 w 1359850"/>
                <a:gd name="csY3" fmla="*/ 951895 h 951895"/>
                <a:gd name="csX4" fmla="*/ 0 w 1359850"/>
                <a:gd name="csY4" fmla="*/ 951895 h 951895"/>
                <a:gd name="csX5" fmla="*/ 475948 w 1359850"/>
                <a:gd name="csY5" fmla="*/ 475948 h 951895"/>
                <a:gd name="csX6" fmla="*/ 0 w 1359850"/>
                <a:gd name="csY6" fmla="*/ 0 h 9518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359850" h="951895">
                  <a:moveTo>
                    <a:pt x="1359849" y="0"/>
                  </a:moveTo>
                  <a:lnTo>
                    <a:pt x="1359849" y="618732"/>
                  </a:lnTo>
                  <a:lnTo>
                    <a:pt x="679924" y="951895"/>
                  </a:lnTo>
                  <a:lnTo>
                    <a:pt x="1" y="618732"/>
                  </a:lnTo>
                  <a:lnTo>
                    <a:pt x="1" y="0"/>
                  </a:lnTo>
                  <a:lnTo>
                    <a:pt x="679924" y="333164"/>
                  </a:lnTo>
                  <a:lnTo>
                    <a:pt x="1359849" y="0"/>
                  </a:lnTo>
                  <a:close/>
                </a:path>
              </a:pathLst>
            </a:custGeom>
            <a:solidFill>
              <a:srgbClr val="096082"/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vert" wrap="square" lIns="13971" tIns="489919" rIns="13970" bIns="489917" numCol="1" spcCol="1270" anchor="ctr" anchorCtr="0">
              <a:noAutofit/>
            </a:bodyPr>
            <a:lstStyle/>
            <a:p>
              <a:pPr marL="0" lvl="0" indent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200" b="1" kern="1200" dirty="0"/>
                <a:t>   </a:t>
              </a:r>
              <a:r>
                <a:rPr lang="en-US" b="1" kern="1200" dirty="0"/>
                <a:t>Phase 3</a:t>
              </a:r>
              <a:endParaRPr lang="en-IN" b="1" kern="1200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5DA2EC-F225-43E8-843F-99DA2CD7EC1F}"/>
                </a:ext>
              </a:extLst>
            </p:cNvPr>
            <p:cNvSpPr/>
            <p:nvPr/>
          </p:nvSpPr>
          <p:spPr>
            <a:xfrm>
              <a:off x="1874107" y="5221024"/>
              <a:ext cx="7999793" cy="883901"/>
            </a:xfrm>
            <a:custGeom>
              <a:avLst/>
              <a:gdLst>
                <a:gd name="csX0" fmla="*/ 147320 w 883902"/>
                <a:gd name="csY0" fmla="*/ 0 h 8949024"/>
                <a:gd name="csX1" fmla="*/ 736582 w 883902"/>
                <a:gd name="csY1" fmla="*/ 0 h 8949024"/>
                <a:gd name="csX2" fmla="*/ 883902 w 883902"/>
                <a:gd name="csY2" fmla="*/ 147320 h 8949024"/>
                <a:gd name="csX3" fmla="*/ 883902 w 883902"/>
                <a:gd name="csY3" fmla="*/ 8949024 h 8949024"/>
                <a:gd name="csX4" fmla="*/ 883902 w 883902"/>
                <a:gd name="csY4" fmla="*/ 8949024 h 8949024"/>
                <a:gd name="csX5" fmla="*/ 0 w 883902"/>
                <a:gd name="csY5" fmla="*/ 8949024 h 8949024"/>
                <a:gd name="csX6" fmla="*/ 0 w 883902"/>
                <a:gd name="csY6" fmla="*/ 8949024 h 8949024"/>
                <a:gd name="csX7" fmla="*/ 0 w 883902"/>
                <a:gd name="csY7" fmla="*/ 147320 h 8949024"/>
                <a:gd name="csX8" fmla="*/ 147320 w 883902"/>
                <a:gd name="csY8" fmla="*/ 0 h 89490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883902" h="8949024">
                  <a:moveTo>
                    <a:pt x="883902" y="1491538"/>
                  </a:moveTo>
                  <a:lnTo>
                    <a:pt x="883902" y="7457486"/>
                  </a:lnTo>
                  <a:cubicBezTo>
                    <a:pt x="883902" y="8281241"/>
                    <a:pt x="877387" y="8949019"/>
                    <a:pt x="869351" y="8949019"/>
                  </a:cubicBezTo>
                  <a:lnTo>
                    <a:pt x="0" y="8949019"/>
                  </a:lnTo>
                  <a:lnTo>
                    <a:pt x="0" y="8949019"/>
                  </a:lnTo>
                  <a:lnTo>
                    <a:pt x="0" y="5"/>
                  </a:lnTo>
                  <a:lnTo>
                    <a:pt x="0" y="5"/>
                  </a:lnTo>
                  <a:lnTo>
                    <a:pt x="869351" y="5"/>
                  </a:lnTo>
                  <a:cubicBezTo>
                    <a:pt x="877387" y="5"/>
                    <a:pt x="883902" y="667783"/>
                    <a:pt x="883902" y="1491538"/>
                  </a:cubicBezTo>
                  <a:close/>
                </a:path>
              </a:pathLst>
            </a:custGeom>
            <a:ln w="28575">
              <a:solidFill>
                <a:srgbClr val="002060"/>
              </a:solidFill>
            </a:ln>
          </p:spPr>
          <p:style>
            <a:lnRef idx="2">
              <a:scrgbClr r="0" g="0" b="0"/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2241" tIns="55848" rIns="55848" bIns="55850" numCol="1" spcCol="1270" anchor="ctr" anchorCtr="0">
              <a:noAutofit/>
            </a:bodyPr>
            <a:lstStyle/>
            <a:p>
              <a:pPr marL="228600" lvl="1" indent="-228600" algn="l" defTabSz="8890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600" b="1" i="1" kern="1200" dirty="0"/>
                <a:t>PTA Automation Tool with UI</a:t>
              </a:r>
            </a:p>
            <a:p>
              <a:pPr marL="228600" lvl="1" indent="-228600" algn="l" defTabSz="8890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400" i="1" kern="1200" dirty="0"/>
                <a:t>Created an UI for the PTA Automation Tool.</a:t>
              </a:r>
            </a:p>
            <a:p>
              <a:pPr marL="228600" lvl="1" indent="-228600" algn="l" defTabSz="8890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400" i="1" dirty="0"/>
                <a:t>To give input and output on a single button click.</a:t>
              </a:r>
              <a:endParaRPr lang="en-IN" sz="1400" kern="1200" dirty="0"/>
            </a:p>
          </p:txBody>
        </p:sp>
      </p:grp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FA9DE5D-0F28-FBC4-4E76-A222BB12A38F}"/>
              </a:ext>
            </a:extLst>
          </p:cNvPr>
          <p:cNvSpPr/>
          <p:nvPr/>
        </p:nvSpPr>
        <p:spPr>
          <a:xfrm rot="16200000">
            <a:off x="796515" y="3118421"/>
            <a:ext cx="679218" cy="1952277"/>
          </a:xfrm>
          <a:custGeom>
            <a:avLst/>
            <a:gdLst>
              <a:gd name="csX0" fmla="*/ 0 w 1359850"/>
              <a:gd name="csY0" fmla="*/ 0 h 951895"/>
              <a:gd name="csX1" fmla="*/ 883903 w 1359850"/>
              <a:gd name="csY1" fmla="*/ 0 h 951895"/>
              <a:gd name="csX2" fmla="*/ 1359850 w 1359850"/>
              <a:gd name="csY2" fmla="*/ 475948 h 951895"/>
              <a:gd name="csX3" fmla="*/ 883903 w 1359850"/>
              <a:gd name="csY3" fmla="*/ 951895 h 951895"/>
              <a:gd name="csX4" fmla="*/ 0 w 1359850"/>
              <a:gd name="csY4" fmla="*/ 951895 h 951895"/>
              <a:gd name="csX5" fmla="*/ 475948 w 1359850"/>
              <a:gd name="csY5" fmla="*/ 475948 h 951895"/>
              <a:gd name="csX6" fmla="*/ 0 w 1359850"/>
              <a:gd name="csY6" fmla="*/ 0 h 9518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59850" h="951895">
                <a:moveTo>
                  <a:pt x="1359849" y="0"/>
                </a:moveTo>
                <a:lnTo>
                  <a:pt x="1359849" y="618732"/>
                </a:lnTo>
                <a:lnTo>
                  <a:pt x="679924" y="951895"/>
                </a:lnTo>
                <a:lnTo>
                  <a:pt x="1" y="618732"/>
                </a:lnTo>
                <a:lnTo>
                  <a:pt x="1" y="0"/>
                </a:lnTo>
                <a:lnTo>
                  <a:pt x="679924" y="333164"/>
                </a:lnTo>
                <a:lnTo>
                  <a:pt x="1359849" y="0"/>
                </a:lnTo>
                <a:close/>
              </a:path>
            </a:pathLst>
          </a:custGeom>
          <a:solidFill>
            <a:srgbClr val="096082"/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vert" wrap="square" lIns="13971" tIns="489919" rIns="13970" bIns="489917" numCol="1" spcCol="1270" anchor="ctr" anchorCtr="0">
            <a:noAutofit/>
          </a:bodyPr>
          <a:lstStyle/>
          <a:p>
            <a:pPr marL="0" lvl="0" indent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200" b="1" kern="1200" dirty="0"/>
              <a:t>   </a:t>
            </a:r>
            <a:r>
              <a:rPr lang="en-US" b="1" kern="1200" dirty="0"/>
              <a:t>Phase 4</a:t>
            </a:r>
            <a:endParaRPr lang="en-IN" b="1" kern="120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D5ED5AA-D065-A065-FB56-9D2D47185FEE}"/>
              </a:ext>
            </a:extLst>
          </p:cNvPr>
          <p:cNvSpPr/>
          <p:nvPr/>
        </p:nvSpPr>
        <p:spPr>
          <a:xfrm>
            <a:off x="1807469" y="3697190"/>
            <a:ext cx="7032434" cy="679217"/>
          </a:xfrm>
          <a:custGeom>
            <a:avLst/>
            <a:gdLst>
              <a:gd name="csX0" fmla="*/ 147320 w 883902"/>
              <a:gd name="csY0" fmla="*/ 0 h 8949024"/>
              <a:gd name="csX1" fmla="*/ 736582 w 883902"/>
              <a:gd name="csY1" fmla="*/ 0 h 8949024"/>
              <a:gd name="csX2" fmla="*/ 883902 w 883902"/>
              <a:gd name="csY2" fmla="*/ 147320 h 8949024"/>
              <a:gd name="csX3" fmla="*/ 883902 w 883902"/>
              <a:gd name="csY3" fmla="*/ 8949024 h 8949024"/>
              <a:gd name="csX4" fmla="*/ 883902 w 883902"/>
              <a:gd name="csY4" fmla="*/ 8949024 h 8949024"/>
              <a:gd name="csX5" fmla="*/ 0 w 883902"/>
              <a:gd name="csY5" fmla="*/ 8949024 h 8949024"/>
              <a:gd name="csX6" fmla="*/ 0 w 883902"/>
              <a:gd name="csY6" fmla="*/ 8949024 h 8949024"/>
              <a:gd name="csX7" fmla="*/ 0 w 883902"/>
              <a:gd name="csY7" fmla="*/ 147320 h 8949024"/>
              <a:gd name="csX8" fmla="*/ 147320 w 883902"/>
              <a:gd name="csY8" fmla="*/ 0 h 89490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83902" h="8949024">
                <a:moveTo>
                  <a:pt x="883902" y="1491538"/>
                </a:moveTo>
                <a:lnTo>
                  <a:pt x="883902" y="7457486"/>
                </a:lnTo>
                <a:cubicBezTo>
                  <a:pt x="883902" y="8281241"/>
                  <a:pt x="877387" y="8949019"/>
                  <a:pt x="869351" y="8949019"/>
                </a:cubicBezTo>
                <a:lnTo>
                  <a:pt x="0" y="8949019"/>
                </a:lnTo>
                <a:lnTo>
                  <a:pt x="0" y="8949019"/>
                </a:lnTo>
                <a:lnTo>
                  <a:pt x="0" y="5"/>
                </a:lnTo>
                <a:lnTo>
                  <a:pt x="0" y="5"/>
                </a:lnTo>
                <a:lnTo>
                  <a:pt x="869351" y="5"/>
                </a:lnTo>
                <a:cubicBezTo>
                  <a:pt x="877387" y="5"/>
                  <a:pt x="883902" y="667783"/>
                  <a:pt x="883902" y="1491538"/>
                </a:cubicBezTo>
                <a:close/>
              </a:path>
            </a:pathLst>
          </a:custGeom>
          <a:ln w="28575">
            <a:solidFill>
              <a:srgbClr val="002060"/>
            </a:solidFill>
          </a:ln>
        </p:spPr>
        <p:style>
          <a:lnRef idx="2">
            <a:scrgbClr r="0" g="0" b="0"/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42241" tIns="55848" rIns="55848" bIns="55850" numCol="1" spcCol="1270" anchor="ctr" anchorCtr="0">
            <a:noAutofit/>
          </a:bodyPr>
          <a:lstStyle/>
          <a:p>
            <a:pPr marL="228600" lvl="1" indent="-228600" algn="l" defTabSz="8890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600" b="1" i="1" kern="1200" dirty="0"/>
              <a:t>Dashboard Creation</a:t>
            </a:r>
          </a:p>
          <a:p>
            <a:pPr marL="228600" lvl="1" indent="-228600" algn="l" defTabSz="8890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400" i="1" dirty="0"/>
              <a:t>Created a dashboard for an overall visualization of data </a:t>
            </a:r>
          </a:p>
          <a:p>
            <a:pPr marL="228600" lvl="1" indent="-228600" algn="l" defTabSz="8890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400" i="1" dirty="0"/>
              <a:t>Alternate solution for dashboard activation details visibility.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00609A90-EAFB-4178-9DBA-D8F8189477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47336881"/>
              </p:ext>
            </p:extLst>
          </p:nvPr>
        </p:nvGraphicFramePr>
        <p:xfrm>
          <a:off x="5784854" y="4851586"/>
          <a:ext cx="5808250" cy="18826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6" name="Right Brace 5">
            <a:extLst>
              <a:ext uri="{FF2B5EF4-FFF2-40B4-BE49-F238E27FC236}">
                <a16:creationId xmlns:a16="http://schemas.microsoft.com/office/drawing/2014/main" id="{7BBAACAE-6BD2-2464-6DA5-F46D8FAB564B}"/>
              </a:ext>
            </a:extLst>
          </p:cNvPr>
          <p:cNvSpPr/>
          <p:nvPr/>
        </p:nvSpPr>
        <p:spPr>
          <a:xfrm>
            <a:off x="8979408" y="1261872"/>
            <a:ext cx="384048" cy="2901357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4CEB861-1744-9CAC-FEFC-6729D65625E3}"/>
              </a:ext>
            </a:extLst>
          </p:cNvPr>
          <p:cNvSpPr txBox="1"/>
          <p:nvPr/>
        </p:nvSpPr>
        <p:spPr>
          <a:xfrm>
            <a:off x="9502960" y="2495567"/>
            <a:ext cx="2585408" cy="433965"/>
          </a:xfrm>
          <a:prstGeom prst="rect">
            <a:avLst/>
          </a:prstGeom>
          <a:noFill/>
          <a:ln w="25400">
            <a:noFill/>
          </a:ln>
        </p:spPr>
        <p:txBody>
          <a:bodyPr wrap="square" tIns="91440" bIns="91440" rtlCol="0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b="1" dirty="0">
                <a:solidFill>
                  <a:srgbClr val="FF0000"/>
                </a:solidFill>
              </a:rPr>
              <a:t>Implementation Phases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FC95BDC-60AA-DADE-00EC-0643120299CF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46164" t="46708" r="17241" b="6443"/>
          <a:stretch>
            <a:fillRect/>
          </a:stretch>
        </p:blipFill>
        <p:spPr>
          <a:xfrm>
            <a:off x="4391016" y="5312952"/>
            <a:ext cx="1306350" cy="891440"/>
          </a:xfrm>
          <a:prstGeom prst="rect">
            <a:avLst/>
          </a:prstGeom>
        </p:spPr>
      </p:pic>
      <p:sp>
        <p:nvSpPr>
          <p:cNvPr id="21" name="Left Brace 20">
            <a:extLst>
              <a:ext uri="{FF2B5EF4-FFF2-40B4-BE49-F238E27FC236}">
                <a16:creationId xmlns:a16="http://schemas.microsoft.com/office/drawing/2014/main" id="{1A012881-75DF-65D8-42FC-E3986288AE17}"/>
              </a:ext>
            </a:extLst>
          </p:cNvPr>
          <p:cNvSpPr/>
          <p:nvPr/>
        </p:nvSpPr>
        <p:spPr>
          <a:xfrm>
            <a:off x="3597310" y="4979448"/>
            <a:ext cx="314848" cy="1558448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CEF5EA9-1BA8-555F-1AD6-116D0C1FF499}"/>
              </a:ext>
            </a:extLst>
          </p:cNvPr>
          <p:cNvSpPr txBox="1"/>
          <p:nvPr/>
        </p:nvSpPr>
        <p:spPr>
          <a:xfrm>
            <a:off x="1827560" y="5378568"/>
            <a:ext cx="2084598" cy="760208"/>
          </a:xfrm>
          <a:prstGeom prst="rect">
            <a:avLst/>
          </a:prstGeom>
          <a:noFill/>
          <a:ln w="25400">
            <a:noFill/>
          </a:ln>
        </p:spPr>
        <p:txBody>
          <a:bodyPr wrap="square" tIns="91440" bIns="91440" rtlCol="0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b="1" dirty="0">
                <a:solidFill>
                  <a:srgbClr val="FF0000"/>
                </a:solidFill>
              </a:rPr>
              <a:t>Pre-requisites to</a:t>
            </a:r>
          </a:p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b="1" dirty="0">
                <a:solidFill>
                  <a:srgbClr val="FF0000"/>
                </a:solidFill>
              </a:rPr>
              <a:t> Run a tool</a:t>
            </a:r>
          </a:p>
        </p:txBody>
      </p:sp>
    </p:spTree>
    <p:extLst>
      <p:ext uri="{BB962C8B-B14F-4D97-AF65-F5344CB8AC3E}">
        <p14:creationId xmlns:p14="http://schemas.microsoft.com/office/powerpoint/2010/main" val="1036267020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B9DF8-D258-2E3D-D037-666F1D09F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F7CF1-F816-B3A5-A77C-E4648AD2D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Requirement Vs Delivered Solution </a:t>
            </a:r>
            <a:endParaRPr lang="en-IN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30DC6ECA-2E64-9B9B-8123-2BB933D210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5678095"/>
              </p:ext>
            </p:extLst>
          </p:nvPr>
        </p:nvGraphicFramePr>
        <p:xfrm>
          <a:off x="-104648" y="1337072"/>
          <a:ext cx="5672328" cy="52438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064920D-DFC4-D0E3-FAE6-BB178E054192}"/>
              </a:ext>
            </a:extLst>
          </p:cNvPr>
          <p:cNvSpPr txBox="1"/>
          <p:nvPr/>
        </p:nvSpPr>
        <p:spPr>
          <a:xfrm>
            <a:off x="2198370" y="1031486"/>
            <a:ext cx="3041142" cy="646331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Calisto MT" panose="02040603050505030304" pitchFamily="18" charset="0"/>
              </a:rPr>
              <a:t>New Requirement post first part of Tool delivered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639B5A-56A7-A4F8-3434-4178A97CA749}"/>
              </a:ext>
            </a:extLst>
          </p:cNvPr>
          <p:cNvSpPr txBox="1"/>
          <p:nvPr/>
        </p:nvSpPr>
        <p:spPr>
          <a:xfrm>
            <a:off x="7469886" y="1031486"/>
            <a:ext cx="6094476" cy="369332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sto MT" panose="02040603050505030304" pitchFamily="18" charset="0"/>
                <a:ea typeface="+mn-ea"/>
                <a:cs typeface="+mn-cs"/>
              </a:rPr>
              <a:t>Solution </a:t>
            </a:r>
            <a:r>
              <a:rPr lang="en-US" b="1" dirty="0">
                <a:solidFill>
                  <a:srgbClr val="C00000"/>
                </a:solidFill>
                <a:latin typeface="Calisto MT" panose="02040603050505030304" pitchFamily="18" charset="0"/>
              </a:rPr>
              <a:t>Implemented &amp; Achieved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sto MT" panose="02040603050505030304" pitchFamily="18" charset="0"/>
                <a:ea typeface="+mn-ea"/>
                <a:cs typeface="+mn-cs"/>
              </a:rPr>
              <a:t> </a:t>
            </a:r>
            <a:endParaRPr lang="en-US" dirty="0"/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3DE90AB3-7148-0536-924E-5DDB894943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39164025"/>
              </p:ext>
            </p:extLst>
          </p:nvPr>
        </p:nvGraphicFramePr>
        <p:xfrm>
          <a:off x="5895403" y="1400818"/>
          <a:ext cx="5892800" cy="51800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307569986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7573DB8-F744-7F80-F657-78B950A5B6EB}"/>
              </a:ext>
            </a:extLst>
          </p:cNvPr>
          <p:cNvSpPr txBox="1"/>
          <p:nvPr/>
        </p:nvSpPr>
        <p:spPr>
          <a:xfrm>
            <a:off x="407218" y="744727"/>
            <a:ext cx="2263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sto MT" panose="02040603050505030304" pitchFamily="18" charset="0"/>
                <a:ea typeface="+mn-ea"/>
                <a:cs typeface="+mn-cs"/>
              </a:rPr>
              <a:t>Before (Manual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👤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sto MT" panose="02040603050505030304" pitchFamily="18" charset="0"/>
                <a:ea typeface="+mn-ea"/>
                <a:cs typeface="+mn-cs"/>
              </a:rPr>
              <a:t>)  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sto MT" panose="02040603050505030304" pitchFamily="18" charset="0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70C0D9-7230-F47D-5D54-BBA06755FBC0}"/>
              </a:ext>
            </a:extLst>
          </p:cNvPr>
          <p:cNvSpPr txBox="1"/>
          <p:nvPr/>
        </p:nvSpPr>
        <p:spPr>
          <a:xfrm>
            <a:off x="411374" y="2607466"/>
            <a:ext cx="25378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sto MT" panose="02040603050505030304" pitchFamily="18" charset="0"/>
                <a:ea typeface="+mn-ea"/>
                <a:cs typeface="+mn-cs"/>
              </a:rPr>
              <a:t>After (Automation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🤖</a:t>
            </a: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sto MT" panose="02040603050505030304" pitchFamily="18" charset="0"/>
                <a:ea typeface="+mn-ea"/>
                <a:cs typeface="+mn-cs"/>
              </a:rPr>
              <a:t> 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sto MT" panose="02040603050505030304" pitchFamily="18" charset="0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0B91FB-D877-C81A-9CCF-D8150092B2C4}"/>
              </a:ext>
            </a:extLst>
          </p:cNvPr>
          <p:cNvSpPr txBox="1"/>
          <p:nvPr/>
        </p:nvSpPr>
        <p:spPr>
          <a:xfrm>
            <a:off x="407218" y="4333044"/>
            <a:ext cx="3614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sto MT" panose="02040603050505030304" pitchFamily="18" charset="0"/>
                <a:ea typeface="+mn-ea"/>
                <a:cs typeface="+mn-cs"/>
              </a:rPr>
              <a:t>Achieved, Benefits &amp; Next Steps :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sto MT" panose="02040603050505030304" pitchFamily="18" charset="0"/>
              <a:ea typeface="+mn-ea"/>
              <a:cs typeface="+mn-cs"/>
            </a:endParaRPr>
          </a:p>
        </p:txBody>
      </p:sp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A0E91AC8-A23D-00BE-1532-1D95F573F9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39450262"/>
              </p:ext>
            </p:extLst>
          </p:nvPr>
        </p:nvGraphicFramePr>
        <p:xfrm>
          <a:off x="771684" y="1378177"/>
          <a:ext cx="10681208" cy="1258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5" name="Right Brace 14">
            <a:extLst>
              <a:ext uri="{FF2B5EF4-FFF2-40B4-BE49-F238E27FC236}">
                <a16:creationId xmlns:a16="http://schemas.microsoft.com/office/drawing/2014/main" id="{E3B2229D-89B3-5C43-F050-D8E5B31B0B83}"/>
              </a:ext>
            </a:extLst>
          </p:cNvPr>
          <p:cNvSpPr/>
          <p:nvPr/>
        </p:nvSpPr>
        <p:spPr>
          <a:xfrm rot="16200000">
            <a:off x="5748527" y="-1367568"/>
            <a:ext cx="374904" cy="5486400"/>
          </a:xfrm>
          <a:prstGeom prst="rightBrac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141DB2-6E0E-889B-2103-4F1C9D7BB629}"/>
              </a:ext>
            </a:extLst>
          </p:cNvPr>
          <p:cNvSpPr txBox="1"/>
          <p:nvPr/>
        </p:nvSpPr>
        <p:spPr>
          <a:xfrm>
            <a:off x="4353086" y="729234"/>
            <a:ext cx="47365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Manual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Process (Time Consumption – </a:t>
            </a:r>
            <a:r>
              <a:rPr lang="en-US" sz="1100" b="1" dirty="0">
                <a:solidFill>
                  <a:srgbClr val="FF0000"/>
                </a:solidFill>
                <a:latin typeface="Aptos" panose="02110004020202020204"/>
              </a:rPr>
              <a:t>75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min/MI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)</a:t>
            </a: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013A06EC-A66E-1903-6ED6-C8C9AD977C9B}"/>
              </a:ext>
            </a:extLst>
          </p:cNvPr>
          <p:cNvSpPr/>
          <p:nvPr/>
        </p:nvSpPr>
        <p:spPr>
          <a:xfrm rot="16200000">
            <a:off x="10275218" y="813848"/>
            <a:ext cx="377724" cy="1097280"/>
          </a:xfrm>
          <a:prstGeom prst="rightBrac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D488281-6360-6BB6-2795-B411C4BF69B9}"/>
              </a:ext>
            </a:extLst>
          </p:cNvPr>
          <p:cNvSpPr txBox="1"/>
          <p:nvPr/>
        </p:nvSpPr>
        <p:spPr>
          <a:xfrm>
            <a:off x="8971789" y="2698924"/>
            <a:ext cx="23195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In-house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Dashboard</a:t>
            </a: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21" name="Diagram 20">
            <a:extLst>
              <a:ext uri="{FF2B5EF4-FFF2-40B4-BE49-F238E27FC236}">
                <a16:creationId xmlns:a16="http://schemas.microsoft.com/office/drawing/2014/main" id="{BED3A001-C212-6786-9EE9-F86624C617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2579406"/>
              </p:ext>
            </p:extLst>
          </p:nvPr>
        </p:nvGraphicFramePr>
        <p:xfrm>
          <a:off x="669572" y="3218688"/>
          <a:ext cx="10681208" cy="11931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AFA72B58-DB8B-AC73-94CF-574B47C9C8D3}"/>
              </a:ext>
            </a:extLst>
          </p:cNvPr>
          <p:cNvSpPr txBox="1"/>
          <p:nvPr/>
        </p:nvSpPr>
        <p:spPr>
          <a:xfrm>
            <a:off x="4877695" y="936359"/>
            <a:ext cx="226376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Possible chances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of Human error</a:t>
            </a: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Right Brace 24">
            <a:extLst>
              <a:ext uri="{FF2B5EF4-FFF2-40B4-BE49-F238E27FC236}">
                <a16:creationId xmlns:a16="http://schemas.microsoft.com/office/drawing/2014/main" id="{28AECC63-D831-9B7B-2C43-4054732CD5CB}"/>
              </a:ext>
            </a:extLst>
          </p:cNvPr>
          <p:cNvSpPr/>
          <p:nvPr/>
        </p:nvSpPr>
        <p:spPr>
          <a:xfrm rot="16200000">
            <a:off x="4812567" y="1020080"/>
            <a:ext cx="374904" cy="4328938"/>
          </a:xfrm>
          <a:prstGeom prst="rightBrac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49FBC5D-DEAC-96FC-A449-9917CEDCECF4}"/>
              </a:ext>
            </a:extLst>
          </p:cNvPr>
          <p:cNvSpPr txBox="1"/>
          <p:nvPr/>
        </p:nvSpPr>
        <p:spPr>
          <a:xfrm>
            <a:off x="3562822" y="2548181"/>
            <a:ext cx="47365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Automated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Process (Time Consumption – </a:t>
            </a:r>
            <a:r>
              <a:rPr lang="en-US" sz="1100" b="1" dirty="0">
                <a:solidFill>
                  <a:srgbClr val="FF0000"/>
                </a:solidFill>
                <a:latin typeface="Aptos" panose="02110004020202020204"/>
              </a:rPr>
              <a:t>2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min/MI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)</a:t>
            </a: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3E500DB-87E9-17D1-FB42-471D2A9F5323}"/>
              </a:ext>
            </a:extLst>
          </p:cNvPr>
          <p:cNvSpPr txBox="1"/>
          <p:nvPr/>
        </p:nvSpPr>
        <p:spPr>
          <a:xfrm>
            <a:off x="4100047" y="2761816"/>
            <a:ext cx="195919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Zero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chances of Human error</a:t>
            </a: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3" name="Right Brace 32">
            <a:extLst>
              <a:ext uri="{FF2B5EF4-FFF2-40B4-BE49-F238E27FC236}">
                <a16:creationId xmlns:a16="http://schemas.microsoft.com/office/drawing/2014/main" id="{77C507D4-B655-5C5F-B623-CD84AD21C80B}"/>
              </a:ext>
            </a:extLst>
          </p:cNvPr>
          <p:cNvSpPr/>
          <p:nvPr/>
        </p:nvSpPr>
        <p:spPr>
          <a:xfrm rot="16200000">
            <a:off x="9546843" y="2071072"/>
            <a:ext cx="374905" cy="2148837"/>
          </a:xfrm>
          <a:prstGeom prst="rightBrac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FC19AA8-0589-30FC-43C9-7F1076F2D159}"/>
              </a:ext>
            </a:extLst>
          </p:cNvPr>
          <p:cNvSpPr txBox="1"/>
          <p:nvPr/>
        </p:nvSpPr>
        <p:spPr>
          <a:xfrm>
            <a:off x="9734296" y="869516"/>
            <a:ext cx="23195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3rd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Party Dashboard</a:t>
            </a: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8FB84A54-4132-63F6-3D1B-C80A3F9F0DA5}"/>
              </a:ext>
            </a:extLst>
          </p:cNvPr>
          <p:cNvSpPr/>
          <p:nvPr/>
        </p:nvSpPr>
        <p:spPr>
          <a:xfrm>
            <a:off x="530764" y="4702376"/>
            <a:ext cx="3518404" cy="152803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A79B2066-7079-A852-6282-FA877993216A}"/>
              </a:ext>
            </a:extLst>
          </p:cNvPr>
          <p:cNvSpPr/>
          <p:nvPr/>
        </p:nvSpPr>
        <p:spPr>
          <a:xfrm>
            <a:off x="4336798" y="4702375"/>
            <a:ext cx="3518404" cy="152803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939D7071-1276-CE2D-C580-45C3EE6881DC}"/>
              </a:ext>
            </a:extLst>
          </p:cNvPr>
          <p:cNvSpPr/>
          <p:nvPr/>
        </p:nvSpPr>
        <p:spPr>
          <a:xfrm>
            <a:off x="8091953" y="4702115"/>
            <a:ext cx="3518404" cy="152803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6ADBA81-E65B-AA34-77C2-931CBF8F6C3A}"/>
              </a:ext>
            </a:extLst>
          </p:cNvPr>
          <p:cNvSpPr txBox="1"/>
          <p:nvPr/>
        </p:nvSpPr>
        <p:spPr>
          <a:xfrm>
            <a:off x="368808" y="4658364"/>
            <a:ext cx="3731239" cy="1523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Achieved till Now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4EA72E">
                  <a:lumMod val="60000"/>
                  <a:lumOff val="4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Stage 1 – Prepared PTA Macro Tool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Stage 2 – Integration of Python with Macro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Stage 3 – Created UI to make it end-user friendly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Stage 4 – Created  In-house 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Activation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Dashboard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1150" dirty="0">
                <a:solidFill>
                  <a:prstClr val="white"/>
                </a:solidFill>
                <a:latin typeface="Aptos" panose="02110004020202020204"/>
              </a:rPr>
              <a:t>Stage 5 – Can extract Field - wise Inactive data </a:t>
            </a:r>
          </a:p>
          <a:p>
            <a:pPr marL="171450" lvl="0" indent="-171450">
              <a:buFont typeface="Wingdings" panose="05000000000000000000" pitchFamily="2" charset="2"/>
              <a:buChar char="§"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Stage 6 – </a:t>
            </a:r>
            <a:r>
              <a:rPr lang="en-US" sz="1150" dirty="0">
                <a:solidFill>
                  <a:prstClr val="white"/>
                </a:solidFill>
              </a:rPr>
              <a:t>Created  In-house </a:t>
            </a:r>
            <a:r>
              <a:rPr lang="en-US" sz="1150" dirty="0"/>
              <a:t>In-activation</a:t>
            </a:r>
            <a:r>
              <a:rPr lang="en-US" sz="1150" dirty="0">
                <a:solidFill>
                  <a:prstClr val="white"/>
                </a:solidFill>
              </a:rPr>
              <a:t> Dashboard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753811B-B864-3838-994D-427DD05753CE}"/>
              </a:ext>
            </a:extLst>
          </p:cNvPr>
          <p:cNvSpPr txBox="1"/>
          <p:nvPr/>
        </p:nvSpPr>
        <p:spPr>
          <a:xfrm>
            <a:off x="4367643" y="4721871"/>
            <a:ext cx="3511475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🎖️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Benefits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4EA72E">
                  <a:lumMod val="60000"/>
                  <a:lumOff val="4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Time reduced by – </a:t>
            </a: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97.33%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Zero</a:t>
            </a:r>
            <a:r>
              <a:rPr lang="en-US" sz="1150" b="1" dirty="0">
                <a:solidFill>
                  <a:srgbClr val="FFFF00"/>
                </a:solidFill>
                <a:latin typeface="Aptos" panose="02110004020202020204"/>
              </a:rPr>
              <a:t>/Minimal 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Chances of Human error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Can prepare </a:t>
            </a: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multiple files 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 one go </a:t>
            </a: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(max 20 )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Have our own </a:t>
            </a: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dashboard 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</a:t>
            </a:r>
            <a:r>
              <a:rPr lang="en-US" sz="1150" dirty="0">
                <a:solidFill>
                  <a:prstClr val="white"/>
                </a:solidFill>
                <a:latin typeface="Aptos" panose="02110004020202020204"/>
              </a:rPr>
              <a:t>Final 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1150" dirty="0">
                <a:solidFill>
                  <a:prstClr val="white"/>
                </a:solidFill>
                <a:latin typeface="Aptos" panose="02110004020202020204"/>
              </a:rPr>
              <a:t>Can fetch </a:t>
            </a:r>
            <a:r>
              <a:rPr lang="en-US" sz="1150" b="1" dirty="0">
                <a:solidFill>
                  <a:srgbClr val="FFFF00"/>
                </a:solidFill>
                <a:latin typeface="Aptos" panose="02110004020202020204"/>
              </a:rPr>
              <a:t>inactivation details </a:t>
            </a:r>
            <a:r>
              <a:rPr lang="en-US" sz="1150" dirty="0">
                <a:solidFill>
                  <a:prstClr val="white"/>
                </a:solidFill>
                <a:latin typeface="Aptos" panose="02110004020202020204"/>
              </a:rPr>
              <a:t>Field-wise from Dashboard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76B93E0-EFA3-3F22-1AA8-78AFBF078FCE}"/>
              </a:ext>
            </a:extLst>
          </p:cNvPr>
          <p:cNvSpPr txBox="1"/>
          <p:nvPr/>
        </p:nvSpPr>
        <p:spPr>
          <a:xfrm>
            <a:off x="8054480" y="4758246"/>
            <a:ext cx="376871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🎯</a:t>
            </a:r>
            <a:r>
              <a:rPr lang="en-US" sz="1600" b="1" dirty="0">
                <a:solidFill>
                  <a:srgbClr val="002060"/>
                </a:solidFill>
                <a:latin typeface="Segoe UI" panose="020B0502040204020203" pitchFamily="34" charset="0"/>
              </a:rPr>
              <a:t>Action Item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" b="1" i="0" u="none" strike="noStrike" kern="1200" cap="none" spc="0" normalizeH="0" baseline="0" noProof="0" dirty="0">
              <a:ln>
                <a:noFill/>
              </a:ln>
              <a:solidFill>
                <a:srgbClr val="4EA72E">
                  <a:lumMod val="60000"/>
                  <a:lumOff val="4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1100" dirty="0">
                <a:solidFill>
                  <a:prstClr val="white"/>
                </a:solidFill>
                <a:latin typeface="Aptos" panose="02110004020202020204"/>
              </a:rPr>
              <a:t>Testing of tool generated files on Power BI Dashboard</a:t>
            </a:r>
            <a:br>
              <a:rPr lang="en-US" sz="1100" dirty="0">
                <a:solidFill>
                  <a:prstClr val="white"/>
                </a:solidFill>
                <a:latin typeface="Aptos" panose="02110004020202020204"/>
              </a:rPr>
            </a:br>
            <a:r>
              <a:rPr lang="en-US" sz="1100" dirty="0">
                <a:solidFill>
                  <a:prstClr val="white"/>
                </a:solidFill>
                <a:latin typeface="Aptos" panose="02110004020202020204"/>
              </a:rPr>
              <a:t> - By doing test MI setup in dashboard and then run the tool generated file.</a:t>
            </a:r>
            <a:br>
              <a:rPr lang="en-US" sz="1100" dirty="0">
                <a:solidFill>
                  <a:prstClr val="white"/>
                </a:solidFill>
                <a:latin typeface="Aptos" panose="02110004020202020204"/>
              </a:rPr>
            </a:br>
            <a:r>
              <a:rPr lang="en-US" sz="1100" dirty="0">
                <a:solidFill>
                  <a:srgbClr val="FF0000"/>
                </a:solidFill>
                <a:latin typeface="Aptos" panose="02110004020202020204"/>
              </a:rPr>
              <a:t> - Need support from </a:t>
            </a:r>
            <a:r>
              <a:rPr lang="en-US" sz="1100" b="1" dirty="0">
                <a:latin typeface="Aptos" panose="02110004020202020204"/>
              </a:rPr>
              <a:t>Supreet/Team </a:t>
            </a:r>
            <a:r>
              <a:rPr lang="en-US" sz="1100" dirty="0">
                <a:solidFill>
                  <a:srgbClr val="FF0000"/>
                </a:solidFill>
                <a:latin typeface="Aptos" panose="02110004020202020204"/>
              </a:rPr>
              <a:t>to confirm – </a:t>
            </a:r>
            <a:br>
              <a:rPr lang="en-US" sz="1100" dirty="0">
                <a:solidFill>
                  <a:srgbClr val="FF0000"/>
                </a:solidFill>
                <a:latin typeface="Aptos" panose="02110004020202020204"/>
              </a:rPr>
            </a:br>
            <a:r>
              <a:rPr lang="en-US" sz="1100" dirty="0">
                <a:latin typeface="Aptos" panose="02110004020202020204"/>
              </a:rPr>
              <a:t>Go/No-Go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100" dirty="0">
                <a:solidFill>
                  <a:prstClr val="white"/>
                </a:solidFill>
                <a:latin typeface="Aptos" panose="02110004020202020204"/>
              </a:rPr>
              <a:t>      </a:t>
            </a:r>
            <a:endParaRPr lang="en-US" sz="1100" dirty="0">
              <a:solidFill>
                <a:srgbClr val="FF0000"/>
              </a:solidFill>
              <a:latin typeface="Aptos" panose="02110004020202020204"/>
            </a:endParaRPr>
          </a:p>
        </p:txBody>
      </p:sp>
      <p:pic>
        <p:nvPicPr>
          <p:cNvPr id="47" name="Graphic 46" descr="Clipboard Mixed with solid fill">
            <a:extLst>
              <a:ext uri="{FF2B5EF4-FFF2-40B4-BE49-F238E27FC236}">
                <a16:creationId xmlns:a16="http://schemas.microsoft.com/office/drawing/2014/main" id="{16905B0C-E1BC-B72C-21AE-4BB06CF6EA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64941" y="4702115"/>
            <a:ext cx="303336" cy="303336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054DF510-E5A3-EEED-013A-5662812B69BA}"/>
              </a:ext>
            </a:extLst>
          </p:cNvPr>
          <p:cNvSpPr/>
          <p:nvPr/>
        </p:nvSpPr>
        <p:spPr>
          <a:xfrm>
            <a:off x="0" y="-15626"/>
            <a:ext cx="12192000" cy="624930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E9B71E5-39CF-752D-37B6-6E4E971817FC}"/>
              </a:ext>
            </a:extLst>
          </p:cNvPr>
          <p:cNvSpPr txBox="1"/>
          <p:nvPr/>
        </p:nvSpPr>
        <p:spPr>
          <a:xfrm>
            <a:off x="328838" y="47238"/>
            <a:ext cx="51603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dirty="0">
                <a:solidFill>
                  <a:srgbClr val="E8E8E8">
                    <a:lumMod val="1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Current Vs New(Future) Approach</a:t>
            </a:r>
            <a:endParaRPr kumimoji="0" lang="en-IN" sz="2400" b="1" i="0" u="none" strike="noStrike" kern="1200" cap="none" spc="0" normalizeH="0" baseline="0" noProof="0" dirty="0">
              <a:ln>
                <a:noFill/>
              </a:ln>
              <a:solidFill>
                <a:srgbClr val="E8E8E8">
                  <a:lumMod val="10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00CA173-736F-14E5-0FEF-ECF6908DB7F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4203" y="6310620"/>
            <a:ext cx="990738" cy="39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5725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10BC5-CC18-B7ED-EC24-45B4D3B4B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24217-47F5-7749-070F-3516EEE79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Facts &amp; Outcomes 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3D13EBAD-4985-BA4A-0785-8C97CEB775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0488377"/>
              </p:ext>
            </p:extLst>
          </p:nvPr>
        </p:nvGraphicFramePr>
        <p:xfrm>
          <a:off x="0" y="555992"/>
          <a:ext cx="13068300" cy="60988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0334BB08-1B04-1EAC-84FD-5853AC67AD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06321933"/>
              </p:ext>
            </p:extLst>
          </p:nvPr>
        </p:nvGraphicFramePr>
        <p:xfrm>
          <a:off x="242156" y="923544"/>
          <a:ext cx="11707686" cy="57312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021890055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5B90C-C946-D886-51C5-A72335F93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 Walkthrough &amp; Demo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4E0B19B0-BE82-D793-2ED3-BF8155E3C9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38920928"/>
              </p:ext>
            </p:extLst>
          </p:nvPr>
        </p:nvGraphicFramePr>
        <p:xfrm>
          <a:off x="162561" y="781946"/>
          <a:ext cx="11587480" cy="61418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0EE2E8A-547A-DDDD-C46A-C64AC165A043}"/>
              </a:ext>
            </a:extLst>
          </p:cNvPr>
          <p:cNvSpPr txBox="1"/>
          <p:nvPr/>
        </p:nvSpPr>
        <p:spPr>
          <a:xfrm>
            <a:off x="633984" y="3514169"/>
            <a:ext cx="5654040" cy="378565"/>
          </a:xfrm>
          <a:prstGeom prst="rect">
            <a:avLst/>
          </a:prstGeom>
          <a:noFill/>
          <a:ln w="25400">
            <a:noFill/>
          </a:ln>
        </p:spPr>
        <p:txBody>
          <a:bodyPr wrap="square" tIns="91440" bIns="91440" rtlCol="0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1400" dirty="0"/>
              <a:t>HomePage of PTA Tool – Give input of Raw RFM generated files here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283B4D-E574-A254-51DC-1320C0E76CDF}"/>
              </a:ext>
            </a:extLst>
          </p:cNvPr>
          <p:cNvSpPr txBox="1"/>
          <p:nvPr/>
        </p:nvSpPr>
        <p:spPr>
          <a:xfrm>
            <a:off x="6380478" y="3514170"/>
            <a:ext cx="5648961" cy="378565"/>
          </a:xfrm>
          <a:prstGeom prst="rect">
            <a:avLst/>
          </a:prstGeom>
          <a:noFill/>
          <a:ln w="25400">
            <a:noFill/>
          </a:ln>
        </p:spPr>
        <p:txBody>
          <a:bodyPr wrap="square" tIns="91440" bIns="91440" rtlCol="0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1400" dirty="0"/>
              <a:t>Post Processing -  Details of individual MI &amp; </a:t>
            </a:r>
            <a:r>
              <a:rPr lang="en-US" sz="1400" dirty="0">
                <a:solidFill>
                  <a:srgbClr val="FF0000"/>
                </a:solidFill>
              </a:rPr>
              <a:t>Dashboard ready files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41DF84-6542-5893-CE30-C80B30601BA7}"/>
              </a:ext>
            </a:extLst>
          </p:cNvPr>
          <p:cNvSpPr txBox="1"/>
          <p:nvPr/>
        </p:nvSpPr>
        <p:spPr>
          <a:xfrm>
            <a:off x="7244079" y="6521072"/>
            <a:ext cx="4104640" cy="378565"/>
          </a:xfrm>
          <a:prstGeom prst="rect">
            <a:avLst/>
          </a:prstGeom>
          <a:noFill/>
          <a:ln w="25400">
            <a:noFill/>
          </a:ln>
        </p:spPr>
        <p:txBody>
          <a:bodyPr wrap="square" tIns="91440" bIns="91440" rtlCol="0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FF0000"/>
                </a:solidFill>
              </a:rPr>
              <a:t>Activation details dashboard </a:t>
            </a:r>
            <a:r>
              <a:rPr lang="en-US" sz="1400" dirty="0"/>
              <a:t>for all MIs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696B72-5B95-16DF-F60C-7EC9561283C3}"/>
              </a:ext>
            </a:extLst>
          </p:cNvPr>
          <p:cNvSpPr txBox="1"/>
          <p:nvPr/>
        </p:nvSpPr>
        <p:spPr>
          <a:xfrm>
            <a:off x="1268984" y="6479435"/>
            <a:ext cx="5378704" cy="378565"/>
          </a:xfrm>
          <a:prstGeom prst="rect">
            <a:avLst/>
          </a:prstGeom>
          <a:noFill/>
          <a:ln w="25400">
            <a:noFill/>
          </a:ln>
        </p:spPr>
        <p:txBody>
          <a:bodyPr wrap="square" tIns="91440" bIns="91440" rtlCol="0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lang="en-US" sz="1400" dirty="0"/>
              <a:t>Field-wise</a:t>
            </a:r>
            <a:r>
              <a:rPr lang="en-US" sz="1400" dirty="0">
                <a:solidFill>
                  <a:srgbClr val="FF0000"/>
                </a:solidFill>
              </a:rPr>
              <a:t> Inactivation </a:t>
            </a:r>
            <a:r>
              <a:rPr lang="en-US" sz="1400" dirty="0"/>
              <a:t>details (Dashboard) &amp; option to download files </a:t>
            </a:r>
          </a:p>
        </p:txBody>
      </p:sp>
    </p:spTree>
    <p:extLst>
      <p:ext uri="{BB962C8B-B14F-4D97-AF65-F5344CB8AC3E}">
        <p14:creationId xmlns:p14="http://schemas.microsoft.com/office/powerpoint/2010/main" val="1818682040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008C73-667A-347D-6E8E-D06A45E7E2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878956118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MCD 2.0" val="TeVAEuPk"/>
  <p:tag name="ARTICULATE_SLIDE_THUMBNAIL_REFRESH" val="1"/>
  <p:tag name="ARTICULATE_SLIDE_COUNT" val="54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McD 2.0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36">
      <a:majorFont>
        <a:latin typeface="Speedee"/>
        <a:ea typeface=""/>
        <a:cs typeface=""/>
      </a:majorFont>
      <a:minorFont>
        <a:latin typeface="Speed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25400">
          <a:solidFill>
            <a:schemeClr val="accent1"/>
          </a:solidFill>
        </a:ln>
      </a:spPr>
      <a:bodyPr wrap="square" tIns="91440" bIns="91440" rtlCol="0" anchor="ctr">
        <a:noAutofit/>
      </a:bodyPr>
      <a:lstStyle>
        <a:defPPr algn="l">
          <a:lnSpc>
            <a:spcPct val="90000"/>
          </a:lnSpc>
          <a:spcBef>
            <a:spcPts val="600"/>
          </a:spcBef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25400">
          <a:noFill/>
        </a:ln>
      </a:spPr>
      <a:bodyPr wrap="none" tIns="91440" bIns="91440" rtlCol="0">
        <a:spAutoFit/>
      </a:bodyPr>
      <a:lstStyle>
        <a:defPPr algn="l">
          <a:lnSpc>
            <a:spcPct val="90000"/>
          </a:lnSpc>
          <a:spcBef>
            <a:spcPts val="600"/>
          </a:spcBef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36">
      <a:majorFont>
        <a:latin typeface="Speedee"/>
        <a:ea typeface=""/>
        <a:cs typeface=""/>
      </a:majorFont>
      <a:minorFont>
        <a:latin typeface="Speed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36">
      <a:majorFont>
        <a:latin typeface="Speedee"/>
        <a:ea typeface=""/>
        <a:cs typeface=""/>
      </a:majorFont>
      <a:minorFont>
        <a:latin typeface="Speed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73A82155F4AD648860A3BBF74E8E7CC" ma:contentTypeVersion="6" ma:contentTypeDescription="Create a new document." ma:contentTypeScope="" ma:versionID="900fa0185f51d3d96d227cac161d10b2">
  <xsd:schema xmlns:xsd="http://www.w3.org/2001/XMLSchema" xmlns:xs="http://www.w3.org/2001/XMLSchema" xmlns:p="http://schemas.microsoft.com/office/2006/metadata/properties" xmlns:ns2="a5e216b0-7837-4158-a5d0-1a0f0263ca59" xmlns:ns3="169ca220-091f-42b0-bdca-032c892a3d6a" targetNamespace="http://schemas.microsoft.com/office/2006/metadata/properties" ma:root="true" ma:fieldsID="e0821a4fba7773ea006d7cff5efc05ac" ns2:_="" ns3:_="">
    <xsd:import namespace="a5e216b0-7837-4158-a5d0-1a0f0263ca59"/>
    <xsd:import namespace="169ca220-091f-42b0-bdca-032c892a3d6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e216b0-7837-4158-a5d0-1a0f0263ca5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9ca220-091f-42b0-bdca-032c892a3d6a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9EE9AAD-BBCC-4816-B113-DC4F26D0F2C4}">
  <ds:schemaRefs>
    <ds:schemaRef ds:uri="169ca220-091f-42b0-bdca-032c892a3d6a"/>
    <ds:schemaRef ds:uri="a5e216b0-7837-4158-a5d0-1a0f0263ca5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74F6837D-2381-4D42-9CC0-03FBE04478AD}">
  <ds:schemaRefs>
    <ds:schemaRef ds:uri="169ca220-091f-42b0-bdca-032c892a3d6a"/>
    <ds:schemaRef ds:uri="a5e216b0-7837-4158-a5d0-1a0f0263ca5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4298C01-BBA7-422E-8A17-73E74373E7F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47dea8b7-9eaa-40b7-9fe0-5c9e237036c0}" enabled="1" method="Privileged" siteId="{76a2ae5a-9f00-4f6b-95ed-5d33d77c4d6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12059</TotalTime>
  <Words>1186</Words>
  <Application>Microsoft Office PowerPoint</Application>
  <PresentationFormat>Widescreen</PresentationFormat>
  <Paragraphs>169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Aptos</vt:lpstr>
      <vt:lpstr>Aptos Display</vt:lpstr>
      <vt:lpstr>Arial</vt:lpstr>
      <vt:lpstr>Calisto MT</vt:lpstr>
      <vt:lpstr>Segoe UI</vt:lpstr>
      <vt:lpstr>Speedee</vt:lpstr>
      <vt:lpstr>Symbol</vt:lpstr>
      <vt:lpstr>Verdana</vt:lpstr>
      <vt:lpstr>Wingdings</vt:lpstr>
      <vt:lpstr>McD 2.0</vt:lpstr>
      <vt:lpstr>Office Theme</vt:lpstr>
      <vt:lpstr>PTA Automation Tool -  Process Improvement  </vt:lpstr>
      <vt:lpstr>Key Contributors</vt:lpstr>
      <vt:lpstr>Pricing, Taxing &amp; Activation (PTA) - Process &amp; Overview</vt:lpstr>
      <vt:lpstr>Challenges &amp; Proposed Solution</vt:lpstr>
      <vt:lpstr>Implementation &amp; Pre-requisites</vt:lpstr>
      <vt:lpstr>New Requirement Vs Delivered Solution </vt:lpstr>
      <vt:lpstr>PowerPoint Presentation</vt:lpstr>
      <vt:lpstr>Facts &amp; Outcomes </vt:lpstr>
      <vt:lpstr>Tool Walkthrough &amp; Demo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 IT Smart Support</dc:title>
  <dc:creator>Ajay Shastry, Ajay</dc:creator>
  <cp:lastModifiedBy>Sharma, Muskan</cp:lastModifiedBy>
  <cp:revision>56</cp:revision>
  <dcterms:created xsi:type="dcterms:W3CDTF">2019-09-24T06:05:03Z</dcterms:created>
  <dcterms:modified xsi:type="dcterms:W3CDTF">2026-09-25T11:20:41Z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CE6FD9AE-8E3E-4229-A33D-061E6A0E3B68</vt:lpwstr>
  </property>
  <property fmtid="{D5CDD505-2E9C-101B-9397-08002B2CF9AE}" pid="3" name="ArticulatePath">
    <vt:lpwstr>18882_VIS 1.5_PowerPoint_Refresh_v5</vt:lpwstr>
  </property>
  <property fmtid="{D5CDD505-2E9C-101B-9397-08002B2CF9AE}" pid="4" name="ContentTypeId">
    <vt:lpwstr>0x010100873A82155F4AD648860A3BBF74E8E7CC</vt:lpwstr>
  </property>
  <property fmtid="{D5CDD505-2E9C-101B-9397-08002B2CF9AE}" pid="5" name="MediaServiceImageTags">
    <vt:lpwstr/>
  </property>
</Properties>
</file>